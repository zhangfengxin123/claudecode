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3"/>
    <p:sldMasterId id="2147483656" r:id="rId4"/>
    <p:sldMasterId id="2147483692" r:id="rId5"/>
  </p:sldMasterIdLst>
  <p:notesMasterIdLst>
    <p:notesMasterId r:id="rId21"/>
  </p:notesMasterIdLst>
  <p:sldIdLst>
    <p:sldId id="2394" r:id="rId6"/>
    <p:sldId id="2419" r:id="rId7"/>
    <p:sldId id="2420" r:id="rId8"/>
    <p:sldId id="2421" r:id="rId9"/>
    <p:sldId id="2422" r:id="rId10"/>
    <p:sldId id="2423" r:id="rId11"/>
    <p:sldId id="2426" r:id="rId12"/>
    <p:sldId id="2427" r:id="rId13"/>
    <p:sldId id="2428" r:id="rId14"/>
    <p:sldId id="2430" r:id="rId15"/>
    <p:sldId id="2431" r:id="rId16"/>
    <p:sldId id="2432" r:id="rId17"/>
    <p:sldId id="2433" r:id="rId18"/>
    <p:sldId id="2424" r:id="rId19"/>
    <p:sldId id="2429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5B1F"/>
    <a:srgbClr val="EB5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05"/>
    <p:restoredTop sz="94694"/>
  </p:normalViewPr>
  <p:slideViewPr>
    <p:cSldViewPr snapToGrid="0">
      <p:cViewPr varScale="1">
        <p:scale>
          <a:sx n="103" d="100"/>
          <a:sy n="103" d="100"/>
        </p:scale>
        <p:origin x="16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2956D-A9D1-0142-B86C-9CC4C079210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888410-F048-C54C-A9AA-B1651550E7C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1" y="6602121"/>
            <a:ext cx="12192000" cy="255879"/>
          </a:xfrm>
          <a:prstGeom prst="rect">
            <a:avLst/>
          </a:prstGeom>
          <a:solidFill>
            <a:srgbClr val="EB5B1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 userDrawn="1"/>
        </p:nvGrpSpPr>
        <p:grpSpPr>
          <a:xfrm>
            <a:off x="218440" y="255879"/>
            <a:ext cx="1277620" cy="316230"/>
            <a:chOff x="218440" y="255879"/>
            <a:chExt cx="1277620" cy="316230"/>
          </a:xfrm>
        </p:grpSpPr>
        <p:sp>
          <p:nvSpPr>
            <p:cNvPr id="4" name="燕尾形 3"/>
            <p:cNvSpPr/>
            <p:nvPr/>
          </p:nvSpPr>
          <p:spPr>
            <a:xfrm>
              <a:off x="218440" y="255879"/>
              <a:ext cx="410845" cy="309880"/>
            </a:xfrm>
            <a:prstGeom prst="chevron">
              <a:avLst/>
            </a:prstGeom>
            <a:solidFill>
              <a:srgbClr val="EB5B1F"/>
            </a:solidFill>
            <a:ln w="12700" cap="flat">
              <a:noFill/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endParaRPr>
            </a:p>
          </p:txBody>
        </p:sp>
        <p:sp>
          <p:nvSpPr>
            <p:cNvPr id="5" name="燕尾形 4"/>
            <p:cNvSpPr/>
            <p:nvPr/>
          </p:nvSpPr>
          <p:spPr>
            <a:xfrm>
              <a:off x="653415" y="259054"/>
              <a:ext cx="410845" cy="309880"/>
            </a:xfrm>
            <a:prstGeom prst="chevron">
              <a:avLst/>
            </a:prstGeom>
            <a:solidFill>
              <a:srgbClr val="EB5B1F"/>
            </a:solidFill>
            <a:ln w="12700" cap="flat">
              <a:noFill/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endParaRPr>
            </a:p>
          </p:txBody>
        </p:sp>
        <p:sp>
          <p:nvSpPr>
            <p:cNvPr id="6" name="燕尾形 5"/>
            <p:cNvSpPr/>
            <p:nvPr/>
          </p:nvSpPr>
          <p:spPr>
            <a:xfrm>
              <a:off x="1085215" y="262229"/>
              <a:ext cx="410845" cy="309880"/>
            </a:xfrm>
            <a:prstGeom prst="chevron">
              <a:avLst/>
            </a:prstGeom>
            <a:solidFill>
              <a:srgbClr val="EB5B1F"/>
            </a:solidFill>
            <a:ln w="12700" cap="flat">
              <a:noFill/>
              <a:prstDash val="solid"/>
              <a:miter lim="8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endParaRPr>
            </a:p>
          </p:txBody>
        </p:sp>
      </p:grpSp>
      <p:pic>
        <p:nvPicPr>
          <p:cNvPr id="7" name="图片 6" descr="资源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8440" y="5913755"/>
            <a:ext cx="683260" cy="93980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10711815" y="187325"/>
            <a:ext cx="1211580" cy="459740"/>
            <a:chOff x="10634310" y="725891"/>
            <a:chExt cx="1211580" cy="459740"/>
          </a:xfrm>
        </p:grpSpPr>
        <p:sp>
          <p:nvSpPr>
            <p:cNvPr id="9" name="Rectangle: Rounded Corners 46"/>
            <p:cNvSpPr/>
            <p:nvPr/>
          </p:nvSpPr>
          <p:spPr>
            <a:xfrm>
              <a:off x="10634310" y="725891"/>
              <a:ext cx="1211580" cy="459740"/>
            </a:xfrm>
            <a:prstGeom prst="roundRect">
              <a:avLst>
                <a:gd name="adj" fmla="val 50000"/>
              </a:avLst>
            </a:prstGeom>
            <a:solidFill>
              <a:srgbClr val="EB5B1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EB5A1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14957" y="825438"/>
              <a:ext cx="908082" cy="260594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lIns="50800" tIns="50800" rIns="50800" bIns="50800" anchor="b">
            <a:normAutofit/>
          </a:bodyPr>
          <a:lstStyle>
            <a:lvl1pPr defTabSz="412750">
              <a:defRPr sz="5600"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lvl1pPr>
          </a:lstStyle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lIns="50800" tIns="50800" rIns="50800" bIns="50800">
            <a:normAutofit/>
          </a:bodyPr>
          <a:lstStyle>
            <a:lvl1pPr marL="0" indent="0" algn="ctr" defTabSz="412750">
              <a:spcBef>
                <a:spcPts val="0"/>
              </a:spcBef>
              <a:buSzTx/>
              <a:buFontTx/>
              <a:buNone/>
              <a:defRPr sz="270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  <a:lvl2pPr marL="0" indent="0" algn="ctr" defTabSz="412750">
              <a:spcBef>
                <a:spcPts val="0"/>
              </a:spcBef>
              <a:buSzTx/>
              <a:buFontTx/>
              <a:buNone/>
              <a:defRPr sz="270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2pPr>
            <a:lvl3pPr marL="0" indent="0" algn="ctr" defTabSz="412750">
              <a:spcBef>
                <a:spcPts val="0"/>
              </a:spcBef>
              <a:buSzTx/>
              <a:buFontTx/>
              <a:buNone/>
              <a:defRPr sz="270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3pPr>
            <a:lvl4pPr marL="0" indent="0" algn="ctr" defTabSz="412750">
              <a:spcBef>
                <a:spcPts val="0"/>
              </a:spcBef>
              <a:buSzTx/>
              <a:buFontTx/>
              <a:buNone/>
              <a:defRPr sz="270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4pPr>
            <a:lvl5pPr marL="0" indent="0" algn="ctr" defTabSz="412750">
              <a:spcBef>
                <a:spcPts val="0"/>
              </a:spcBef>
              <a:buSzTx/>
              <a:buFontTx/>
              <a:buNone/>
              <a:defRPr sz="2700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58975" y="6540500"/>
            <a:ext cx="267702" cy="287258"/>
          </a:xfrm>
          <a:prstGeom prst="rect">
            <a:avLst/>
          </a:prstGeom>
        </p:spPr>
        <p:txBody>
          <a:bodyPr lIns="50800" tIns="50800" rIns="50800" bIns="50800" anchor="t"/>
          <a:lstStyle>
            <a:lvl1pPr algn="ctr" defTabSz="412750">
              <a:defRPr sz="120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84210" y="84221"/>
            <a:ext cx="3945844" cy="6689558"/>
          </a:xfrm>
          <a:custGeom>
            <a:avLst/>
            <a:gdLst>
              <a:gd name="connsiteX0" fmla="*/ 0 w 7892716"/>
              <a:gd name="connsiteY0" fmla="*/ 0 h 13379116"/>
              <a:gd name="connsiteX1" fmla="*/ 7892716 w 7892716"/>
              <a:gd name="connsiteY1" fmla="*/ 0 h 13379116"/>
              <a:gd name="connsiteX2" fmla="*/ 7892716 w 7892716"/>
              <a:gd name="connsiteY2" fmla="*/ 13379116 h 13379116"/>
              <a:gd name="connsiteX3" fmla="*/ 0 w 7892716"/>
              <a:gd name="connsiteY3" fmla="*/ 13379116 h 1337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2716" h="13379116">
                <a:moveTo>
                  <a:pt x="0" y="0"/>
                </a:moveTo>
                <a:lnTo>
                  <a:pt x="7892716" y="0"/>
                </a:lnTo>
                <a:lnTo>
                  <a:pt x="7892716" y="13379116"/>
                </a:lnTo>
                <a:lnTo>
                  <a:pt x="0" y="1337911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89081" y="2021898"/>
            <a:ext cx="2813838" cy="2814205"/>
          </a:xfrm>
          <a:custGeom>
            <a:avLst/>
            <a:gdLst>
              <a:gd name="connsiteX0" fmla="*/ 296561 w 6191250"/>
              <a:gd name="connsiteY0" fmla="*/ 0 h 6191250"/>
              <a:gd name="connsiteX1" fmla="*/ 5894689 w 6191250"/>
              <a:gd name="connsiteY1" fmla="*/ 0 h 6191250"/>
              <a:gd name="connsiteX2" fmla="*/ 6191250 w 6191250"/>
              <a:gd name="connsiteY2" fmla="*/ 296561 h 6191250"/>
              <a:gd name="connsiteX3" fmla="*/ 6191250 w 6191250"/>
              <a:gd name="connsiteY3" fmla="*/ 5894689 h 6191250"/>
              <a:gd name="connsiteX4" fmla="*/ 5894689 w 6191250"/>
              <a:gd name="connsiteY4" fmla="*/ 6191250 h 6191250"/>
              <a:gd name="connsiteX5" fmla="*/ 296561 w 6191250"/>
              <a:gd name="connsiteY5" fmla="*/ 6191250 h 6191250"/>
              <a:gd name="connsiteX6" fmla="*/ 0 w 6191250"/>
              <a:gd name="connsiteY6" fmla="*/ 5894689 h 6191250"/>
              <a:gd name="connsiteX7" fmla="*/ 0 w 6191250"/>
              <a:gd name="connsiteY7" fmla="*/ 296561 h 6191250"/>
              <a:gd name="connsiteX8" fmla="*/ 296561 w 6191250"/>
              <a:gd name="connsiteY8" fmla="*/ 0 h 619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1250" h="6191250">
                <a:moveTo>
                  <a:pt x="296561" y="0"/>
                </a:moveTo>
                <a:lnTo>
                  <a:pt x="5894689" y="0"/>
                </a:lnTo>
                <a:cubicBezTo>
                  <a:pt x="6058475" y="0"/>
                  <a:pt x="6191250" y="132775"/>
                  <a:pt x="6191250" y="296561"/>
                </a:cubicBezTo>
                <a:lnTo>
                  <a:pt x="6191250" y="5894689"/>
                </a:lnTo>
                <a:cubicBezTo>
                  <a:pt x="6191250" y="6058475"/>
                  <a:pt x="6058475" y="6191250"/>
                  <a:pt x="5894689" y="6191250"/>
                </a:cubicBezTo>
                <a:lnTo>
                  <a:pt x="296561" y="6191250"/>
                </a:lnTo>
                <a:cubicBezTo>
                  <a:pt x="132775" y="6191250"/>
                  <a:pt x="0" y="6058475"/>
                  <a:pt x="0" y="5894689"/>
                </a:cubicBezTo>
                <a:lnTo>
                  <a:pt x="0" y="296561"/>
                </a:lnTo>
                <a:cubicBezTo>
                  <a:pt x="0" y="132775"/>
                  <a:pt x="132775" y="0"/>
                  <a:pt x="29656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4234511" y="1567338"/>
            <a:ext cx="1809479" cy="1809505"/>
          </a:xfrm>
          <a:custGeom>
            <a:avLst/>
            <a:gdLst>
              <a:gd name="connsiteX0" fmla="*/ 3619429 w 3619429"/>
              <a:gd name="connsiteY0" fmla="*/ 0 h 3619010"/>
              <a:gd name="connsiteX1" fmla="*/ 3619429 w 3619429"/>
              <a:gd name="connsiteY1" fmla="*/ 3619010 h 3619010"/>
              <a:gd name="connsiteX2" fmla="*/ 0 w 3619429"/>
              <a:gd name="connsiteY2" fmla="*/ 3619010 h 3619010"/>
              <a:gd name="connsiteX3" fmla="*/ 917060 w 3619429"/>
              <a:gd name="connsiteY3" fmla="*/ 1505980 h 3619010"/>
              <a:gd name="connsiteX4" fmla="*/ 1507235 w 3619429"/>
              <a:gd name="connsiteY4" fmla="*/ 916362 h 3619010"/>
              <a:gd name="connsiteX5" fmla="*/ 3619429 w 3619429"/>
              <a:gd name="connsiteY5" fmla="*/ 0 h 361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9010">
                <a:moveTo>
                  <a:pt x="3619429" y="0"/>
                </a:moveTo>
                <a:lnTo>
                  <a:pt x="3619429" y="3619010"/>
                </a:lnTo>
                <a:lnTo>
                  <a:pt x="0" y="3619010"/>
                </a:lnTo>
                <a:cubicBezTo>
                  <a:pt x="25520" y="2851308"/>
                  <a:pt x="331207" y="2091415"/>
                  <a:pt x="917060" y="1505980"/>
                </a:cubicBezTo>
                <a:cubicBezTo>
                  <a:pt x="1507235" y="916362"/>
                  <a:pt x="1507235" y="916362"/>
                  <a:pt x="1507235" y="916362"/>
                </a:cubicBezTo>
                <a:cubicBezTo>
                  <a:pt x="2092530" y="331486"/>
                  <a:pt x="2852145" y="25939"/>
                  <a:pt x="3619429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6148567" y="1567269"/>
            <a:ext cx="1811710" cy="1809575"/>
          </a:xfrm>
          <a:custGeom>
            <a:avLst/>
            <a:gdLst>
              <a:gd name="connsiteX0" fmla="*/ 0 w 3623892"/>
              <a:gd name="connsiteY0" fmla="*/ 0 h 3619150"/>
              <a:gd name="connsiteX1" fmla="*/ 2116795 w 3623892"/>
              <a:gd name="connsiteY1" fmla="*/ 916502 h 3619150"/>
              <a:gd name="connsiteX2" fmla="*/ 2706832 w 3623892"/>
              <a:gd name="connsiteY2" fmla="*/ 1506120 h 3619150"/>
              <a:gd name="connsiteX3" fmla="*/ 3623892 w 3623892"/>
              <a:gd name="connsiteY3" fmla="*/ 3619150 h 3619150"/>
              <a:gd name="connsiteX4" fmla="*/ 0 w 3623892"/>
              <a:gd name="connsiteY4" fmla="*/ 3619150 h 36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9150">
                <a:moveTo>
                  <a:pt x="0" y="0"/>
                </a:moveTo>
                <a:cubicBezTo>
                  <a:pt x="768958" y="24823"/>
                  <a:pt x="1530385" y="330370"/>
                  <a:pt x="2116795" y="916502"/>
                </a:cubicBezTo>
                <a:cubicBezTo>
                  <a:pt x="2706832" y="1506120"/>
                  <a:pt x="2706832" y="1506120"/>
                  <a:pt x="2706832" y="1506120"/>
                </a:cubicBezTo>
                <a:cubicBezTo>
                  <a:pt x="3292684" y="2091554"/>
                  <a:pt x="3598371" y="2851447"/>
                  <a:pt x="3623892" y="3619150"/>
                </a:cubicBezTo>
                <a:lnTo>
                  <a:pt x="0" y="36191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148567" y="3481435"/>
            <a:ext cx="1811710" cy="1809436"/>
          </a:xfrm>
          <a:custGeom>
            <a:avLst/>
            <a:gdLst>
              <a:gd name="connsiteX0" fmla="*/ 0 w 3623892"/>
              <a:gd name="connsiteY0" fmla="*/ 0 h 3618871"/>
              <a:gd name="connsiteX1" fmla="*/ 3623892 w 3623892"/>
              <a:gd name="connsiteY1" fmla="*/ 0 h 3618871"/>
              <a:gd name="connsiteX2" fmla="*/ 2706832 w 3623892"/>
              <a:gd name="connsiteY2" fmla="*/ 2112891 h 3618871"/>
              <a:gd name="connsiteX3" fmla="*/ 2116795 w 3623892"/>
              <a:gd name="connsiteY3" fmla="*/ 2702509 h 3618871"/>
              <a:gd name="connsiteX4" fmla="*/ 0 w 3623892"/>
              <a:gd name="connsiteY4" fmla="*/ 3618871 h 3618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3892" h="3618871">
                <a:moveTo>
                  <a:pt x="0" y="0"/>
                </a:moveTo>
                <a:lnTo>
                  <a:pt x="3623892" y="0"/>
                </a:lnTo>
                <a:cubicBezTo>
                  <a:pt x="3598371" y="767563"/>
                  <a:pt x="3292684" y="1527456"/>
                  <a:pt x="2706832" y="2112891"/>
                </a:cubicBezTo>
                <a:cubicBezTo>
                  <a:pt x="2116795" y="2702509"/>
                  <a:pt x="2116795" y="2702509"/>
                  <a:pt x="2116795" y="2702509"/>
                </a:cubicBezTo>
                <a:cubicBezTo>
                  <a:pt x="1530385" y="3288640"/>
                  <a:pt x="768958" y="3594048"/>
                  <a:pt x="0" y="3618871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/>
          </p:nvPr>
        </p:nvSpPr>
        <p:spPr>
          <a:xfrm>
            <a:off x="4234511" y="3481435"/>
            <a:ext cx="1809479" cy="1809366"/>
          </a:xfrm>
          <a:custGeom>
            <a:avLst/>
            <a:gdLst>
              <a:gd name="connsiteX0" fmla="*/ 0 w 3619429"/>
              <a:gd name="connsiteY0" fmla="*/ 0 h 3618732"/>
              <a:gd name="connsiteX1" fmla="*/ 3619429 w 3619429"/>
              <a:gd name="connsiteY1" fmla="*/ 0 h 3618732"/>
              <a:gd name="connsiteX2" fmla="*/ 3619429 w 3619429"/>
              <a:gd name="connsiteY2" fmla="*/ 3618732 h 3618732"/>
              <a:gd name="connsiteX3" fmla="*/ 1507235 w 3619429"/>
              <a:gd name="connsiteY3" fmla="*/ 2702509 h 3618732"/>
              <a:gd name="connsiteX4" fmla="*/ 917060 w 3619429"/>
              <a:gd name="connsiteY4" fmla="*/ 2112891 h 3618732"/>
              <a:gd name="connsiteX5" fmla="*/ 0 w 3619429"/>
              <a:gd name="connsiteY5" fmla="*/ 0 h 3618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19429" h="3618732">
                <a:moveTo>
                  <a:pt x="0" y="0"/>
                </a:moveTo>
                <a:lnTo>
                  <a:pt x="3619429" y="0"/>
                </a:lnTo>
                <a:lnTo>
                  <a:pt x="3619429" y="3618732"/>
                </a:lnTo>
                <a:cubicBezTo>
                  <a:pt x="2852145" y="3592793"/>
                  <a:pt x="2092530" y="3287385"/>
                  <a:pt x="1507235" y="2702509"/>
                </a:cubicBezTo>
                <a:cubicBezTo>
                  <a:pt x="917060" y="2112891"/>
                  <a:pt x="917060" y="2112891"/>
                  <a:pt x="917060" y="2112891"/>
                </a:cubicBezTo>
                <a:cubicBezTo>
                  <a:pt x="331207" y="1527456"/>
                  <a:pt x="25520" y="767563"/>
                  <a:pt x="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2" grpId="0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7089833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102167" y="0"/>
            <a:ext cx="7089833" cy="68580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2628821" y="87924"/>
            <a:ext cx="6934359" cy="6682152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2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41501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048652" y="311049"/>
            <a:ext cx="3434079" cy="6220975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5314258" cy="68580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81742" y="0"/>
            <a:ext cx="5314258" cy="68580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3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555958"/>
              <a:gd name="connsiteY0" fmla="*/ 0 h 13686144"/>
              <a:gd name="connsiteX1" fmla="*/ 7555958 w 7555958"/>
              <a:gd name="connsiteY1" fmla="*/ 0 h 13686144"/>
              <a:gd name="connsiteX2" fmla="*/ 7555958 w 7555958"/>
              <a:gd name="connsiteY2" fmla="*/ 13686144 h 13686144"/>
              <a:gd name="connsiteX3" fmla="*/ 0 w 7555958"/>
              <a:gd name="connsiteY3" fmla="*/ 13686144 h 1368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55958" h="13686144">
                <a:moveTo>
                  <a:pt x="0" y="0"/>
                </a:moveTo>
                <a:lnTo>
                  <a:pt x="7555958" y="0"/>
                </a:lnTo>
                <a:lnTo>
                  <a:pt x="7555958" y="13686144"/>
                </a:lnTo>
                <a:lnTo>
                  <a:pt x="0" y="1368614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4234637" y="1566613"/>
            <a:ext cx="3722726" cy="3724774"/>
          </a:xfrm>
          <a:custGeom>
            <a:avLst/>
            <a:gdLst>
              <a:gd name="connsiteX0" fmla="*/ 3723211 w 7446422"/>
              <a:gd name="connsiteY0" fmla="*/ 0 h 7449548"/>
              <a:gd name="connsiteX1" fmla="*/ 5939522 w 7446422"/>
              <a:gd name="connsiteY1" fmla="*/ 917977 h 7449548"/>
              <a:gd name="connsiteX2" fmla="*/ 6528831 w 7446422"/>
              <a:gd name="connsiteY2" fmla="*/ 1507532 h 7449548"/>
              <a:gd name="connsiteX3" fmla="*/ 6528831 w 7446422"/>
              <a:gd name="connsiteY3" fmla="*/ 5942017 h 7449548"/>
              <a:gd name="connsiteX4" fmla="*/ 5939522 w 7446422"/>
              <a:gd name="connsiteY4" fmla="*/ 6531572 h 7449548"/>
              <a:gd name="connsiteX5" fmla="*/ 1506900 w 7446422"/>
              <a:gd name="connsiteY5" fmla="*/ 6531572 h 7449548"/>
              <a:gd name="connsiteX6" fmla="*/ 917591 w 7446422"/>
              <a:gd name="connsiteY6" fmla="*/ 5942017 h 7449548"/>
              <a:gd name="connsiteX7" fmla="*/ 917591 w 7446422"/>
              <a:gd name="connsiteY7" fmla="*/ 1507532 h 7449548"/>
              <a:gd name="connsiteX8" fmla="*/ 1506900 w 7446422"/>
              <a:gd name="connsiteY8" fmla="*/ 917977 h 7449548"/>
              <a:gd name="connsiteX9" fmla="*/ 3723211 w 7446422"/>
              <a:gd name="connsiteY9" fmla="*/ 0 h 7449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446422" h="7449548">
                <a:moveTo>
                  <a:pt x="3723211" y="0"/>
                </a:moveTo>
                <a:cubicBezTo>
                  <a:pt x="4525503" y="0"/>
                  <a:pt x="5327795" y="305992"/>
                  <a:pt x="5939522" y="917977"/>
                </a:cubicBezTo>
                <a:cubicBezTo>
                  <a:pt x="6528831" y="1507532"/>
                  <a:pt x="6528831" y="1507532"/>
                  <a:pt x="6528831" y="1507532"/>
                </a:cubicBezTo>
                <a:cubicBezTo>
                  <a:pt x="7752286" y="2731501"/>
                  <a:pt x="7752286" y="4718048"/>
                  <a:pt x="6528831" y="5942017"/>
                </a:cubicBezTo>
                <a:cubicBezTo>
                  <a:pt x="5939522" y="6531572"/>
                  <a:pt x="5939522" y="6531572"/>
                  <a:pt x="5939522" y="6531572"/>
                </a:cubicBezTo>
                <a:cubicBezTo>
                  <a:pt x="4716068" y="7755541"/>
                  <a:pt x="2730355" y="7755541"/>
                  <a:pt x="1506900" y="6531572"/>
                </a:cubicBezTo>
                <a:cubicBezTo>
                  <a:pt x="917591" y="5942017"/>
                  <a:pt x="917591" y="5942017"/>
                  <a:pt x="917591" y="5942017"/>
                </a:cubicBezTo>
                <a:cubicBezTo>
                  <a:pt x="-305864" y="4718048"/>
                  <a:pt x="-305864" y="2731501"/>
                  <a:pt x="917591" y="1507532"/>
                </a:cubicBezTo>
                <a:cubicBezTo>
                  <a:pt x="1506900" y="917977"/>
                  <a:pt x="1506900" y="917977"/>
                  <a:pt x="1506900" y="917977"/>
                </a:cubicBezTo>
                <a:cubicBezTo>
                  <a:pt x="2118628" y="305992"/>
                  <a:pt x="2920920" y="0"/>
                  <a:pt x="372321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2"/>
          </p:nvPr>
        </p:nvSpPr>
        <p:spPr>
          <a:xfrm>
            <a:off x="1722705" y="1644735"/>
            <a:ext cx="2113814" cy="211497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5047424" y="1644735"/>
            <a:ext cx="2113814" cy="2114978"/>
          </a:xfrm>
          <a:custGeom>
            <a:avLst/>
            <a:gdLst>
              <a:gd name="connsiteX0" fmla="*/ 2114090 w 4228179"/>
              <a:gd name="connsiteY0" fmla="*/ 0 h 4229956"/>
              <a:gd name="connsiteX1" fmla="*/ 3372541 w 4228179"/>
              <a:gd name="connsiteY1" fmla="*/ 521240 h 4229956"/>
              <a:gd name="connsiteX2" fmla="*/ 3707159 w 4228179"/>
              <a:gd name="connsiteY2" fmla="*/ 855998 h 4229956"/>
              <a:gd name="connsiteX3" fmla="*/ 3707159 w 4228179"/>
              <a:gd name="connsiteY3" fmla="*/ 3373959 h 4229956"/>
              <a:gd name="connsiteX4" fmla="*/ 3372541 w 4228179"/>
              <a:gd name="connsiteY4" fmla="*/ 3708717 h 4229956"/>
              <a:gd name="connsiteX5" fmla="*/ 855638 w 4228179"/>
              <a:gd name="connsiteY5" fmla="*/ 3708717 h 4229956"/>
              <a:gd name="connsiteX6" fmla="*/ 521021 w 4228179"/>
              <a:gd name="connsiteY6" fmla="*/ 3373959 h 4229956"/>
              <a:gd name="connsiteX7" fmla="*/ 521021 w 4228179"/>
              <a:gd name="connsiteY7" fmla="*/ 855998 h 4229956"/>
              <a:gd name="connsiteX8" fmla="*/ 855638 w 4228179"/>
              <a:gd name="connsiteY8" fmla="*/ 521240 h 4229956"/>
              <a:gd name="connsiteX9" fmla="*/ 2114090 w 4228179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79" h="4229956">
                <a:moveTo>
                  <a:pt x="2114090" y="0"/>
                </a:moveTo>
                <a:cubicBezTo>
                  <a:pt x="2569642" y="1"/>
                  <a:pt x="3025194" y="173747"/>
                  <a:pt x="3372541" y="521240"/>
                </a:cubicBezTo>
                <a:cubicBezTo>
                  <a:pt x="3707159" y="855998"/>
                  <a:pt x="3707159" y="855998"/>
                  <a:pt x="3707159" y="855998"/>
                </a:cubicBezTo>
                <a:cubicBezTo>
                  <a:pt x="4401853" y="1550985"/>
                  <a:pt x="4401853" y="2678973"/>
                  <a:pt x="3707159" y="3373959"/>
                </a:cubicBezTo>
                <a:cubicBezTo>
                  <a:pt x="3372541" y="3708717"/>
                  <a:pt x="3372541" y="3708717"/>
                  <a:pt x="3372541" y="3708717"/>
                </a:cubicBezTo>
                <a:cubicBezTo>
                  <a:pt x="2677847" y="4403703"/>
                  <a:pt x="1550332" y="4403703"/>
                  <a:pt x="855638" y="3708717"/>
                </a:cubicBezTo>
                <a:cubicBezTo>
                  <a:pt x="521021" y="3373959"/>
                  <a:pt x="521021" y="3373959"/>
                  <a:pt x="521021" y="3373959"/>
                </a:cubicBezTo>
                <a:cubicBezTo>
                  <a:pt x="-173674" y="2678973"/>
                  <a:pt x="-173674" y="1550985"/>
                  <a:pt x="521021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5" y="173747"/>
                  <a:pt x="1658537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8410396" y="1644735"/>
            <a:ext cx="2113815" cy="2114978"/>
          </a:xfrm>
          <a:custGeom>
            <a:avLst/>
            <a:gdLst>
              <a:gd name="connsiteX0" fmla="*/ 2114090 w 4228180"/>
              <a:gd name="connsiteY0" fmla="*/ 0 h 4229956"/>
              <a:gd name="connsiteX1" fmla="*/ 3372542 w 4228180"/>
              <a:gd name="connsiteY1" fmla="*/ 521240 h 4229956"/>
              <a:gd name="connsiteX2" fmla="*/ 3707158 w 4228180"/>
              <a:gd name="connsiteY2" fmla="*/ 855998 h 4229956"/>
              <a:gd name="connsiteX3" fmla="*/ 3707158 w 4228180"/>
              <a:gd name="connsiteY3" fmla="*/ 3373959 h 4229956"/>
              <a:gd name="connsiteX4" fmla="*/ 3372542 w 4228180"/>
              <a:gd name="connsiteY4" fmla="*/ 3708717 h 4229956"/>
              <a:gd name="connsiteX5" fmla="*/ 855638 w 4228180"/>
              <a:gd name="connsiteY5" fmla="*/ 3708717 h 4229956"/>
              <a:gd name="connsiteX6" fmla="*/ 521020 w 4228180"/>
              <a:gd name="connsiteY6" fmla="*/ 3373959 h 4229956"/>
              <a:gd name="connsiteX7" fmla="*/ 521020 w 4228180"/>
              <a:gd name="connsiteY7" fmla="*/ 855998 h 4229956"/>
              <a:gd name="connsiteX8" fmla="*/ 855638 w 4228180"/>
              <a:gd name="connsiteY8" fmla="*/ 521240 h 4229956"/>
              <a:gd name="connsiteX9" fmla="*/ 2114090 w 4228180"/>
              <a:gd name="connsiteY9" fmla="*/ 0 h 4229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180" h="4229956">
                <a:moveTo>
                  <a:pt x="2114090" y="0"/>
                </a:moveTo>
                <a:cubicBezTo>
                  <a:pt x="2569642" y="1"/>
                  <a:pt x="3025194" y="173747"/>
                  <a:pt x="3372542" y="521240"/>
                </a:cubicBezTo>
                <a:cubicBezTo>
                  <a:pt x="3707158" y="855998"/>
                  <a:pt x="3707158" y="855998"/>
                  <a:pt x="3707158" y="855998"/>
                </a:cubicBezTo>
                <a:cubicBezTo>
                  <a:pt x="4401854" y="1550985"/>
                  <a:pt x="4401854" y="2678973"/>
                  <a:pt x="3707158" y="3373959"/>
                </a:cubicBezTo>
                <a:cubicBezTo>
                  <a:pt x="3372542" y="3708717"/>
                  <a:pt x="3372542" y="3708717"/>
                  <a:pt x="3372542" y="3708717"/>
                </a:cubicBezTo>
                <a:cubicBezTo>
                  <a:pt x="2677846" y="4403703"/>
                  <a:pt x="1550332" y="4403703"/>
                  <a:pt x="855638" y="3708717"/>
                </a:cubicBezTo>
                <a:cubicBezTo>
                  <a:pt x="521020" y="3373959"/>
                  <a:pt x="521020" y="3373959"/>
                  <a:pt x="521020" y="3373959"/>
                </a:cubicBezTo>
                <a:cubicBezTo>
                  <a:pt x="-173674" y="2678973"/>
                  <a:pt x="-173674" y="1550985"/>
                  <a:pt x="521020" y="855998"/>
                </a:cubicBezTo>
                <a:cubicBezTo>
                  <a:pt x="855638" y="521240"/>
                  <a:pt x="855638" y="521240"/>
                  <a:pt x="855638" y="521240"/>
                </a:cubicBezTo>
                <a:cubicBezTo>
                  <a:pt x="1202986" y="173747"/>
                  <a:pt x="1658538" y="1"/>
                  <a:pt x="2114090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431800" dist="88900" dir="2700000" algn="tl" rotWithShape="0">
              <a:schemeClr val="accent2">
                <a:lumMod val="75000"/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/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4593771"/>
              <a:gd name="connsiteY0" fmla="*/ 0 h 4085303"/>
              <a:gd name="connsiteX1" fmla="*/ 4593771 w 4593771"/>
              <a:gd name="connsiteY1" fmla="*/ 0 h 4085303"/>
              <a:gd name="connsiteX2" fmla="*/ 4593771 w 4593771"/>
              <a:gd name="connsiteY2" fmla="*/ 4085303 h 4085303"/>
              <a:gd name="connsiteX3" fmla="*/ 0 w 4593771"/>
              <a:gd name="connsiteY3" fmla="*/ 4085303 h 4085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93771" h="4085303">
                <a:moveTo>
                  <a:pt x="0" y="0"/>
                </a:moveTo>
                <a:lnTo>
                  <a:pt x="4593771" y="0"/>
                </a:lnTo>
                <a:lnTo>
                  <a:pt x="4593771" y="4085303"/>
                </a:lnTo>
                <a:lnTo>
                  <a:pt x="0" y="4085303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200" fill="hold"/>
                                        <p:tgtEl>
                                          <p:spTgt spid="28"/>
                                        </p:tgtEl>
                                      </p:cBhvr>
                                      <p:by x="14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/>
          <p:cNvSpPr>
            <a:spLocks noGrp="1"/>
          </p:cNvSpPr>
          <p:nvPr>
            <p:ph type="pic" sz="quarter" idx="13"/>
          </p:nvPr>
        </p:nvSpPr>
        <p:spPr>
          <a:xfrm>
            <a:off x="3580934" y="647700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6" name="Picture Placeholder 35"/>
          <p:cNvSpPr>
            <a:spLocks noGrp="1"/>
          </p:cNvSpPr>
          <p:nvPr>
            <p:ph type="pic" sz="quarter" idx="14"/>
          </p:nvPr>
        </p:nvSpPr>
        <p:spPr>
          <a:xfrm>
            <a:off x="3580934" y="7012382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37" name="Picture Placeholder 36"/>
          <p:cNvSpPr>
            <a:spLocks noGrp="1"/>
          </p:cNvSpPr>
          <p:nvPr>
            <p:ph type="pic" sz="quarter" idx="15"/>
          </p:nvPr>
        </p:nvSpPr>
        <p:spPr>
          <a:xfrm>
            <a:off x="3580934" y="-5788152"/>
            <a:ext cx="7943610" cy="5505450"/>
          </a:xfrm>
          <a:custGeom>
            <a:avLst/>
            <a:gdLst>
              <a:gd name="connsiteX0" fmla="*/ 0 w 15889288"/>
              <a:gd name="connsiteY0" fmla="*/ 0 h 11010900"/>
              <a:gd name="connsiteX1" fmla="*/ 15889288 w 15889288"/>
              <a:gd name="connsiteY1" fmla="*/ 0 h 11010900"/>
              <a:gd name="connsiteX2" fmla="*/ 15889288 w 15889288"/>
              <a:gd name="connsiteY2" fmla="*/ 11010900 h 11010900"/>
              <a:gd name="connsiteX3" fmla="*/ 0 w 15889288"/>
              <a:gd name="connsiteY3" fmla="*/ 11010900 h 11010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89288" h="11010900">
                <a:moveTo>
                  <a:pt x="0" y="0"/>
                </a:moveTo>
                <a:lnTo>
                  <a:pt x="15889288" y="0"/>
                </a:lnTo>
                <a:lnTo>
                  <a:pt x="15889288" y="11010900"/>
                </a:lnTo>
                <a:lnTo>
                  <a:pt x="0" y="110109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5.92371E-7 -3.33333E-6 L -5.92371E-7 -0.92233 " pathEditMode="relative" rAng="0" ptsTypes="AA">
                                      <p:cBhvr>
                                        <p:cTn id="6" dur="2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12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-2.59259E-6 L -5.92371E-7 -0.92801 " pathEditMode="relative" rAng="0" ptsTypes="AA">
                                      <p:cBhvr>
                                        <p:cTn id="8" dur="21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6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accel="47600" decel="47600" fill="hold" grpId="1" nodeType="clickEffect">
                                  <p:stCondLst>
                                    <p:cond delay="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1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20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92371E-7 2.59259E-6 L -5.92371E-7 0.93819 " pathEditMode="relative" rAng="0" ptsTypes="AA">
                                      <p:cBhvr>
                                        <p:cTn id="16" dur="2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9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6" grpId="0" animBg="1"/>
      <p:bldP spid="36" grpId="1" animBg="1"/>
      <p:bldP spid="37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99732" y="3495977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799732" y="77628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220412" y="776288"/>
            <a:ext cx="5171855" cy="5305426"/>
          </a:xfrm>
          <a:custGeom>
            <a:avLst/>
            <a:gdLst>
              <a:gd name="connsiteX0" fmla="*/ 0 w 10345056"/>
              <a:gd name="connsiteY0" fmla="*/ 0 h 10610851"/>
              <a:gd name="connsiteX1" fmla="*/ 10345056 w 10345056"/>
              <a:gd name="connsiteY1" fmla="*/ 0 h 10610851"/>
              <a:gd name="connsiteX2" fmla="*/ 10345056 w 10345056"/>
              <a:gd name="connsiteY2" fmla="*/ 10610851 h 10610851"/>
              <a:gd name="connsiteX3" fmla="*/ 0 w 10345056"/>
              <a:gd name="connsiteY3" fmla="*/ 10610851 h 1061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45056" h="10610851">
                <a:moveTo>
                  <a:pt x="0" y="0"/>
                </a:moveTo>
                <a:lnTo>
                  <a:pt x="10345056" y="0"/>
                </a:lnTo>
                <a:lnTo>
                  <a:pt x="10345056" y="10610851"/>
                </a:lnTo>
                <a:lnTo>
                  <a:pt x="0" y="1061085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8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781742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3438871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6096000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6"/>
          </p:nvPr>
        </p:nvSpPr>
        <p:spPr>
          <a:xfrm>
            <a:off x="8753129" y="647700"/>
            <a:ext cx="2657129" cy="5524500"/>
          </a:xfrm>
          <a:custGeom>
            <a:avLst/>
            <a:gdLst>
              <a:gd name="connsiteX0" fmla="*/ 0 w 5314950"/>
              <a:gd name="connsiteY0" fmla="*/ 0 h 11049000"/>
              <a:gd name="connsiteX1" fmla="*/ 5314950 w 5314950"/>
              <a:gd name="connsiteY1" fmla="*/ 0 h 11049000"/>
              <a:gd name="connsiteX2" fmla="*/ 5314950 w 5314950"/>
              <a:gd name="connsiteY2" fmla="*/ 11049000 h 11049000"/>
              <a:gd name="connsiteX3" fmla="*/ 0 w 5314950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4950" h="11049000">
                <a:moveTo>
                  <a:pt x="0" y="0"/>
                </a:moveTo>
                <a:lnTo>
                  <a:pt x="5314950" y="0"/>
                </a:lnTo>
                <a:lnTo>
                  <a:pt x="5314950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1086501" y="1057275"/>
            <a:ext cx="4704737" cy="4705350"/>
          </a:xfrm>
          <a:custGeom>
            <a:avLst/>
            <a:gdLst>
              <a:gd name="connsiteX0" fmla="*/ 0 w 9410700"/>
              <a:gd name="connsiteY0" fmla="*/ 0 h 9410700"/>
              <a:gd name="connsiteX1" fmla="*/ 9410700 w 9410700"/>
              <a:gd name="connsiteY1" fmla="*/ 0 h 9410700"/>
              <a:gd name="connsiteX2" fmla="*/ 9410700 w 9410700"/>
              <a:gd name="connsiteY2" fmla="*/ 9410700 h 9410700"/>
              <a:gd name="connsiteX3" fmla="*/ 0 w 9410700"/>
              <a:gd name="connsiteY3" fmla="*/ 94107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0700" h="9410700">
                <a:moveTo>
                  <a:pt x="0" y="0"/>
                </a:moveTo>
                <a:lnTo>
                  <a:pt x="9410700" y="0"/>
                </a:lnTo>
                <a:lnTo>
                  <a:pt x="9410700" y="9410700"/>
                </a:lnTo>
                <a:lnTo>
                  <a:pt x="0" y="94107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400759" y="1057275"/>
            <a:ext cx="4704737" cy="4705350"/>
          </a:xfrm>
          <a:custGeom>
            <a:avLst/>
            <a:gdLst>
              <a:gd name="connsiteX0" fmla="*/ 0 w 9410699"/>
              <a:gd name="connsiteY0" fmla="*/ 0 h 9410700"/>
              <a:gd name="connsiteX1" fmla="*/ 9410699 w 9410699"/>
              <a:gd name="connsiteY1" fmla="*/ 0 h 9410700"/>
              <a:gd name="connsiteX2" fmla="*/ 9410699 w 9410699"/>
              <a:gd name="connsiteY2" fmla="*/ 9410700 h 9410700"/>
              <a:gd name="connsiteX3" fmla="*/ 0 w 9410699"/>
              <a:gd name="connsiteY3" fmla="*/ 9410700 h 9410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10699" h="9410700">
                <a:moveTo>
                  <a:pt x="0" y="0"/>
                </a:moveTo>
                <a:lnTo>
                  <a:pt x="9410699" y="0"/>
                </a:lnTo>
                <a:lnTo>
                  <a:pt x="9410699" y="9410700"/>
                </a:lnTo>
                <a:lnTo>
                  <a:pt x="0" y="94107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/>
          </p:cNvSpPr>
          <p:nvPr>
            <p:ph type="pic" sz="quarter" idx="13"/>
          </p:nvPr>
        </p:nvSpPr>
        <p:spPr>
          <a:xfrm>
            <a:off x="3501078" y="77628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220414" y="776287"/>
            <a:ext cx="5189844" cy="5314950"/>
          </a:xfrm>
          <a:custGeom>
            <a:avLst/>
            <a:gdLst>
              <a:gd name="connsiteX0" fmla="*/ 0 w 10381040"/>
              <a:gd name="connsiteY0" fmla="*/ 0 h 10629899"/>
              <a:gd name="connsiteX1" fmla="*/ 10381040 w 10381040"/>
              <a:gd name="connsiteY1" fmla="*/ 0 h 10629899"/>
              <a:gd name="connsiteX2" fmla="*/ 10381040 w 10381040"/>
              <a:gd name="connsiteY2" fmla="*/ 10629899 h 10629899"/>
              <a:gd name="connsiteX3" fmla="*/ 0 w 10381040"/>
              <a:gd name="connsiteY3" fmla="*/ 10629899 h 10629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1040" h="10629899">
                <a:moveTo>
                  <a:pt x="0" y="0"/>
                </a:moveTo>
                <a:lnTo>
                  <a:pt x="10381040" y="0"/>
                </a:lnTo>
                <a:lnTo>
                  <a:pt x="10381040" y="10629899"/>
                </a:lnTo>
                <a:lnTo>
                  <a:pt x="0" y="1062989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5"/>
          </p:nvPr>
        </p:nvSpPr>
        <p:spPr>
          <a:xfrm>
            <a:off x="3501078" y="349597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6"/>
          </p:nvPr>
        </p:nvSpPr>
        <p:spPr>
          <a:xfrm>
            <a:off x="781742" y="3495978"/>
            <a:ext cx="2594922" cy="2595260"/>
          </a:xfrm>
          <a:custGeom>
            <a:avLst/>
            <a:gdLst>
              <a:gd name="connsiteX0" fmla="*/ 0 w 5190519"/>
              <a:gd name="connsiteY0" fmla="*/ 0 h 5190519"/>
              <a:gd name="connsiteX1" fmla="*/ 5190519 w 5190519"/>
              <a:gd name="connsiteY1" fmla="*/ 0 h 5190519"/>
              <a:gd name="connsiteX2" fmla="*/ 5190519 w 5190519"/>
              <a:gd name="connsiteY2" fmla="*/ 5190519 h 5190519"/>
              <a:gd name="connsiteX3" fmla="*/ 0 w 5190519"/>
              <a:gd name="connsiteY3" fmla="*/ 5190519 h 5190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90519" h="5190519">
                <a:moveTo>
                  <a:pt x="0" y="0"/>
                </a:moveTo>
                <a:lnTo>
                  <a:pt x="5190519" y="0"/>
                </a:lnTo>
                <a:lnTo>
                  <a:pt x="5190519" y="5190519"/>
                </a:lnTo>
                <a:lnTo>
                  <a:pt x="0" y="5190519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4" grpId="0" animBg="1"/>
      <p:bldP spid="16" grpId="0" animBg="1"/>
      <p:bldP spid="17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781742" y="-8443912"/>
            <a:ext cx="10628517" cy="14616112"/>
          </a:xfrm>
          <a:custGeom>
            <a:avLst/>
            <a:gdLst>
              <a:gd name="connsiteX0" fmla="*/ 0 w 21259801"/>
              <a:gd name="connsiteY0" fmla="*/ 0 h 29232224"/>
              <a:gd name="connsiteX1" fmla="*/ 21259801 w 21259801"/>
              <a:gd name="connsiteY1" fmla="*/ 0 h 29232224"/>
              <a:gd name="connsiteX2" fmla="*/ 21259801 w 21259801"/>
              <a:gd name="connsiteY2" fmla="*/ 2133600 h 29232224"/>
              <a:gd name="connsiteX3" fmla="*/ 21259801 w 21259801"/>
              <a:gd name="connsiteY3" fmla="*/ 10972800 h 29232224"/>
              <a:gd name="connsiteX4" fmla="*/ 21259801 w 21259801"/>
              <a:gd name="connsiteY4" fmla="*/ 29232224 h 29232224"/>
              <a:gd name="connsiteX5" fmla="*/ 0 w 21259801"/>
              <a:gd name="connsiteY5" fmla="*/ 29232224 h 29232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9801" h="29232224">
                <a:moveTo>
                  <a:pt x="0" y="0"/>
                </a:moveTo>
                <a:lnTo>
                  <a:pt x="21259801" y="0"/>
                </a:lnTo>
                <a:lnTo>
                  <a:pt x="21259801" y="2133600"/>
                </a:lnTo>
                <a:lnTo>
                  <a:pt x="21259801" y="10972800"/>
                </a:lnTo>
                <a:lnTo>
                  <a:pt x="21259801" y="29232224"/>
                </a:lnTo>
                <a:lnTo>
                  <a:pt x="0" y="29232224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ln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decel="10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5E-6 L 5.55112E-17 1.32119 " pathEditMode="relative" rAng="0" ptsTypes="AA">
                                      <p:cBhvr>
                                        <p:cTn id="6" dur="16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60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781742" y="66675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3"/>
          </p:nvPr>
        </p:nvSpPr>
        <p:spPr>
          <a:xfrm>
            <a:off x="1514278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4089397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5"/>
          </p:nvPr>
        </p:nvSpPr>
        <p:spPr>
          <a:xfrm>
            <a:off x="6664516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4" name="Picture Placeholder 23"/>
          <p:cNvSpPr>
            <a:spLocks noGrp="1"/>
          </p:cNvSpPr>
          <p:nvPr>
            <p:ph type="pic" sz="quarter" idx="16"/>
          </p:nvPr>
        </p:nvSpPr>
        <p:spPr>
          <a:xfrm>
            <a:off x="9239635" y="9334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5" name="Picture Placeholder 24"/>
          <p:cNvSpPr>
            <a:spLocks noGrp="1"/>
          </p:cNvSpPr>
          <p:nvPr>
            <p:ph type="pic" sz="quarter" idx="17"/>
          </p:nvPr>
        </p:nvSpPr>
        <p:spPr>
          <a:xfrm>
            <a:off x="1514278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6" name="Picture Placeholder 25"/>
          <p:cNvSpPr>
            <a:spLocks noGrp="1"/>
          </p:cNvSpPr>
          <p:nvPr>
            <p:ph type="pic" sz="quarter" idx="18"/>
          </p:nvPr>
        </p:nvSpPr>
        <p:spPr>
          <a:xfrm>
            <a:off x="4089397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7" name="Picture Placeholder 26"/>
          <p:cNvSpPr>
            <a:spLocks noGrp="1"/>
          </p:cNvSpPr>
          <p:nvPr>
            <p:ph type="pic" sz="quarter" idx="19"/>
          </p:nvPr>
        </p:nvSpPr>
        <p:spPr>
          <a:xfrm>
            <a:off x="6664516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28" name="Picture Placeholder 27"/>
          <p:cNvSpPr>
            <a:spLocks noGrp="1"/>
          </p:cNvSpPr>
          <p:nvPr>
            <p:ph type="pic" sz="quarter" idx="20"/>
          </p:nvPr>
        </p:nvSpPr>
        <p:spPr>
          <a:xfrm>
            <a:off x="9239635" y="3714750"/>
            <a:ext cx="1438088" cy="1571625"/>
          </a:xfrm>
          <a:custGeom>
            <a:avLst/>
            <a:gdLst>
              <a:gd name="connsiteX0" fmla="*/ 0 w 2876550"/>
              <a:gd name="connsiteY0" fmla="*/ 0 h 3143250"/>
              <a:gd name="connsiteX1" fmla="*/ 2876550 w 2876550"/>
              <a:gd name="connsiteY1" fmla="*/ 0 h 3143250"/>
              <a:gd name="connsiteX2" fmla="*/ 2876550 w 2876550"/>
              <a:gd name="connsiteY2" fmla="*/ 3143250 h 3143250"/>
              <a:gd name="connsiteX3" fmla="*/ 0 w 2876550"/>
              <a:gd name="connsiteY3" fmla="*/ 3143250 h 3143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6550" h="3143250">
                <a:moveTo>
                  <a:pt x="0" y="0"/>
                </a:moveTo>
                <a:lnTo>
                  <a:pt x="2876550" y="0"/>
                </a:lnTo>
                <a:lnTo>
                  <a:pt x="2876550" y="3143250"/>
                </a:lnTo>
                <a:lnTo>
                  <a:pt x="0" y="314325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3457125" y="1193176"/>
            <a:ext cx="2474760" cy="2071688"/>
          </a:xfrm>
          <a:custGeom>
            <a:avLst/>
            <a:gdLst>
              <a:gd name="connsiteX0" fmla="*/ 0 w 4950165"/>
              <a:gd name="connsiteY0" fmla="*/ 0 h 4143375"/>
              <a:gd name="connsiteX1" fmla="*/ 4950165 w 4950165"/>
              <a:gd name="connsiteY1" fmla="*/ 0 h 4143375"/>
              <a:gd name="connsiteX2" fmla="*/ 4950165 w 4950165"/>
              <a:gd name="connsiteY2" fmla="*/ 4143375 h 4143375"/>
              <a:gd name="connsiteX3" fmla="*/ 0 w 4950165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5" h="4143375">
                <a:moveTo>
                  <a:pt x="0" y="0"/>
                </a:moveTo>
                <a:lnTo>
                  <a:pt x="4950165" y="0"/>
                </a:lnTo>
                <a:lnTo>
                  <a:pt x="4950165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260114" y="1193176"/>
            <a:ext cx="2474760" cy="2071688"/>
          </a:xfrm>
          <a:custGeom>
            <a:avLst/>
            <a:gdLst>
              <a:gd name="connsiteX0" fmla="*/ 0 w 4950164"/>
              <a:gd name="connsiteY0" fmla="*/ 0 h 4143375"/>
              <a:gd name="connsiteX1" fmla="*/ 4950164 w 4950164"/>
              <a:gd name="connsiteY1" fmla="*/ 0 h 4143375"/>
              <a:gd name="connsiteX2" fmla="*/ 4950164 w 4950164"/>
              <a:gd name="connsiteY2" fmla="*/ 4143375 h 4143375"/>
              <a:gd name="connsiteX3" fmla="*/ 0 w 4950164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4" h="4143375">
                <a:moveTo>
                  <a:pt x="0" y="0"/>
                </a:moveTo>
                <a:lnTo>
                  <a:pt x="4950164" y="0"/>
                </a:lnTo>
                <a:lnTo>
                  <a:pt x="4950164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5"/>
          </p:nvPr>
        </p:nvSpPr>
        <p:spPr>
          <a:xfrm>
            <a:off x="3457125" y="3593136"/>
            <a:ext cx="2474760" cy="2071688"/>
          </a:xfrm>
          <a:custGeom>
            <a:avLst/>
            <a:gdLst>
              <a:gd name="connsiteX0" fmla="*/ 0 w 4950165"/>
              <a:gd name="connsiteY0" fmla="*/ 0 h 4143375"/>
              <a:gd name="connsiteX1" fmla="*/ 4950165 w 4950165"/>
              <a:gd name="connsiteY1" fmla="*/ 0 h 4143375"/>
              <a:gd name="connsiteX2" fmla="*/ 4950165 w 4950165"/>
              <a:gd name="connsiteY2" fmla="*/ 4143375 h 4143375"/>
              <a:gd name="connsiteX3" fmla="*/ 0 w 4950165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5" h="4143375">
                <a:moveTo>
                  <a:pt x="0" y="0"/>
                </a:moveTo>
                <a:lnTo>
                  <a:pt x="4950165" y="0"/>
                </a:lnTo>
                <a:lnTo>
                  <a:pt x="4950165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6"/>
          </p:nvPr>
        </p:nvSpPr>
        <p:spPr>
          <a:xfrm>
            <a:off x="6260114" y="3593136"/>
            <a:ext cx="2474760" cy="2071688"/>
          </a:xfrm>
          <a:custGeom>
            <a:avLst/>
            <a:gdLst>
              <a:gd name="connsiteX0" fmla="*/ 0 w 4950164"/>
              <a:gd name="connsiteY0" fmla="*/ 0 h 4143375"/>
              <a:gd name="connsiteX1" fmla="*/ 4950164 w 4950164"/>
              <a:gd name="connsiteY1" fmla="*/ 0 h 4143375"/>
              <a:gd name="connsiteX2" fmla="*/ 4950164 w 4950164"/>
              <a:gd name="connsiteY2" fmla="*/ 4143375 h 4143375"/>
              <a:gd name="connsiteX3" fmla="*/ 0 w 4950164"/>
              <a:gd name="connsiteY3" fmla="*/ 4143375 h 4143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50164" h="4143375">
                <a:moveTo>
                  <a:pt x="0" y="0"/>
                </a:moveTo>
                <a:lnTo>
                  <a:pt x="4950164" y="0"/>
                </a:lnTo>
                <a:lnTo>
                  <a:pt x="4950164" y="4143375"/>
                </a:lnTo>
                <a:lnTo>
                  <a:pt x="0" y="4143375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>
            <a:outerShdw blurRad="660400" dist="190500" dir="5400000" algn="t" rotWithShape="0">
              <a:schemeClr val="accent1">
                <a:alpha val="40000"/>
              </a:scheme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10628516" cy="552450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781742" y="647700"/>
            <a:ext cx="5314258" cy="5524500"/>
          </a:xfrm>
          <a:custGeom>
            <a:avLst/>
            <a:gdLst>
              <a:gd name="connsiteX0" fmla="*/ 0 w 10629899"/>
              <a:gd name="connsiteY0" fmla="*/ 0 h 11049000"/>
              <a:gd name="connsiteX1" fmla="*/ 10629899 w 10629899"/>
              <a:gd name="connsiteY1" fmla="*/ 0 h 11049000"/>
              <a:gd name="connsiteX2" fmla="*/ 10629899 w 10629899"/>
              <a:gd name="connsiteY2" fmla="*/ 11049000 h 11049000"/>
              <a:gd name="connsiteX3" fmla="*/ 0 w 10629899"/>
              <a:gd name="connsiteY3" fmla="*/ 11049000 h 1104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9899" h="11049000">
                <a:moveTo>
                  <a:pt x="0" y="0"/>
                </a:moveTo>
                <a:lnTo>
                  <a:pt x="10629899" y="0"/>
                </a:lnTo>
                <a:lnTo>
                  <a:pt x="10629899" y="11049000"/>
                </a:lnTo>
                <a:lnTo>
                  <a:pt x="0" y="110490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6096001" y="3429000"/>
            <a:ext cx="2638804" cy="2743200"/>
          </a:xfrm>
          <a:custGeom>
            <a:avLst/>
            <a:gdLst>
              <a:gd name="connsiteX0" fmla="*/ 0 w 5278295"/>
              <a:gd name="connsiteY0" fmla="*/ 0 h 5486400"/>
              <a:gd name="connsiteX1" fmla="*/ 5278295 w 5278295"/>
              <a:gd name="connsiteY1" fmla="*/ 0 h 5486400"/>
              <a:gd name="connsiteX2" fmla="*/ 5278295 w 5278295"/>
              <a:gd name="connsiteY2" fmla="*/ 5486400 h 5486400"/>
              <a:gd name="connsiteX3" fmla="*/ 0 w 5278295"/>
              <a:gd name="connsiteY3" fmla="*/ 5486400 h 54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78295" h="5486400">
                <a:moveTo>
                  <a:pt x="0" y="0"/>
                </a:moveTo>
                <a:lnTo>
                  <a:pt x="5278295" y="0"/>
                </a:lnTo>
                <a:lnTo>
                  <a:pt x="5278295" y="5486400"/>
                </a:lnTo>
                <a:lnTo>
                  <a:pt x="0" y="54864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734804" y="647700"/>
            <a:ext cx="2675454" cy="2781300"/>
          </a:xfrm>
          <a:custGeom>
            <a:avLst/>
            <a:gdLst>
              <a:gd name="connsiteX0" fmla="*/ 0 w 5351604"/>
              <a:gd name="connsiteY0" fmla="*/ 0 h 5562600"/>
              <a:gd name="connsiteX1" fmla="*/ 5351604 w 5351604"/>
              <a:gd name="connsiteY1" fmla="*/ 0 h 5562600"/>
              <a:gd name="connsiteX2" fmla="*/ 5351604 w 5351604"/>
              <a:gd name="connsiteY2" fmla="*/ 5562600 h 5562600"/>
              <a:gd name="connsiteX3" fmla="*/ 0 w 5351604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51604" h="5562600">
                <a:moveTo>
                  <a:pt x="0" y="0"/>
                </a:moveTo>
                <a:lnTo>
                  <a:pt x="5351604" y="0"/>
                </a:lnTo>
                <a:lnTo>
                  <a:pt x="5351604" y="5562600"/>
                </a:lnTo>
                <a:lnTo>
                  <a:pt x="0" y="5562600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2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739288" y="1416471"/>
            <a:ext cx="4022844" cy="4025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781742" y="647700"/>
            <a:ext cx="10628516" cy="5524500"/>
          </a:xfrm>
          <a:prstGeom prst="rect">
            <a:avLst/>
          </a:prstGeom>
          <a:solidFill>
            <a:schemeClr val="accent1">
              <a:alpha val="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982384" y="1916958"/>
            <a:ext cx="3022422" cy="3024085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1652950" y="5007997"/>
            <a:ext cx="658867" cy="659230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699968" y="3094492"/>
            <a:ext cx="793621" cy="794057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1852317" y="1286962"/>
            <a:ext cx="629650" cy="629996"/>
          </a:xfrm>
          <a:custGeom>
            <a:avLst/>
            <a:gdLst>
              <a:gd name="connsiteX0" fmla="*/ 4023368 w 8046736"/>
              <a:gd name="connsiteY0" fmla="*/ 0 h 8050114"/>
              <a:gd name="connsiteX1" fmla="*/ 6418354 w 8046736"/>
              <a:gd name="connsiteY1" fmla="*/ 991982 h 8050114"/>
              <a:gd name="connsiteX2" fmla="*/ 7055170 w 8046736"/>
              <a:gd name="connsiteY2" fmla="*/ 1629066 h 8050114"/>
              <a:gd name="connsiteX3" fmla="*/ 7055170 w 8046736"/>
              <a:gd name="connsiteY3" fmla="*/ 6421048 h 8050114"/>
              <a:gd name="connsiteX4" fmla="*/ 6418354 w 8046736"/>
              <a:gd name="connsiteY4" fmla="*/ 7058133 h 8050114"/>
              <a:gd name="connsiteX5" fmla="*/ 1628382 w 8046736"/>
              <a:gd name="connsiteY5" fmla="*/ 7058133 h 8050114"/>
              <a:gd name="connsiteX6" fmla="*/ 991565 w 8046736"/>
              <a:gd name="connsiteY6" fmla="*/ 6421048 h 8050114"/>
              <a:gd name="connsiteX7" fmla="*/ 991565 w 8046736"/>
              <a:gd name="connsiteY7" fmla="*/ 1629066 h 8050114"/>
              <a:gd name="connsiteX8" fmla="*/ 1628382 w 8046736"/>
              <a:gd name="connsiteY8" fmla="*/ 991982 h 8050114"/>
              <a:gd name="connsiteX9" fmla="*/ 4023368 w 8046736"/>
              <a:gd name="connsiteY9" fmla="*/ 0 h 8050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46736" h="8050114">
                <a:moveTo>
                  <a:pt x="4023368" y="0"/>
                </a:moveTo>
                <a:cubicBezTo>
                  <a:pt x="4890340" y="0"/>
                  <a:pt x="5757310" y="330660"/>
                  <a:pt x="6418354" y="991982"/>
                </a:cubicBezTo>
                <a:cubicBezTo>
                  <a:pt x="7055170" y="1629066"/>
                  <a:pt x="7055170" y="1629066"/>
                  <a:pt x="7055170" y="1629066"/>
                </a:cubicBezTo>
                <a:cubicBezTo>
                  <a:pt x="8377258" y="2951708"/>
                  <a:pt x="8377258" y="5098406"/>
                  <a:pt x="7055170" y="6421048"/>
                </a:cubicBezTo>
                <a:cubicBezTo>
                  <a:pt x="6418354" y="7058133"/>
                  <a:pt x="6418354" y="7058133"/>
                  <a:pt x="6418354" y="7058133"/>
                </a:cubicBezTo>
                <a:cubicBezTo>
                  <a:pt x="5096266" y="8380775"/>
                  <a:pt x="2950470" y="8380775"/>
                  <a:pt x="1628382" y="7058133"/>
                </a:cubicBezTo>
                <a:cubicBezTo>
                  <a:pt x="991565" y="6421048"/>
                  <a:pt x="991565" y="6421048"/>
                  <a:pt x="991565" y="6421048"/>
                </a:cubicBezTo>
                <a:cubicBezTo>
                  <a:pt x="-330522" y="5098406"/>
                  <a:pt x="-330522" y="2951708"/>
                  <a:pt x="991565" y="1629066"/>
                </a:cubicBezTo>
                <a:cubicBezTo>
                  <a:pt x="1628382" y="991982"/>
                  <a:pt x="1628382" y="991982"/>
                  <a:pt x="1628382" y="991982"/>
                </a:cubicBezTo>
                <a:cubicBezTo>
                  <a:pt x="2289426" y="330660"/>
                  <a:pt x="3156397" y="0"/>
                  <a:pt x="4023368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  <p:bldP spid="6" grpId="0" animBg="1"/>
      <p:bldP spid="7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2628821" y="87924"/>
            <a:ext cx="6934359" cy="6682152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41501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4730924" y="-246184"/>
            <a:ext cx="7627794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-335716" y="-246184"/>
            <a:ext cx="7627794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1729597" y="-246184"/>
            <a:ext cx="8732806" cy="7350367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41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5879722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3230562" y="667781"/>
            <a:ext cx="5730875" cy="5522440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indefinite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450" fill="hold"/>
                                        <p:tgtEl>
                                          <p:spTgt spid="3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81743" y="1953493"/>
            <a:ext cx="10628516" cy="4904509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781743" y="0"/>
            <a:ext cx="10628516" cy="4904509"/>
          </a:xfrm>
          <a:custGeom>
            <a:avLst/>
            <a:gdLst>
              <a:gd name="connsiteX0" fmla="*/ 0 w 7829549"/>
              <a:gd name="connsiteY0" fmla="*/ 0 h 7543801"/>
              <a:gd name="connsiteX1" fmla="*/ 7829549 w 7829549"/>
              <a:gd name="connsiteY1" fmla="*/ 0 h 7543801"/>
              <a:gd name="connsiteX2" fmla="*/ 7829549 w 7829549"/>
              <a:gd name="connsiteY2" fmla="*/ 7543801 h 7543801"/>
              <a:gd name="connsiteX3" fmla="*/ 0 w 7829549"/>
              <a:gd name="connsiteY3" fmla="*/ 7543801 h 7543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29549" h="7543801">
                <a:moveTo>
                  <a:pt x="0" y="0"/>
                </a:moveTo>
                <a:lnTo>
                  <a:pt x="7829549" y="0"/>
                </a:lnTo>
                <a:lnTo>
                  <a:pt x="7829549" y="7543801"/>
                </a:lnTo>
                <a:lnTo>
                  <a:pt x="0" y="7543801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84210" y="84221"/>
            <a:ext cx="3945844" cy="6689558"/>
          </a:xfrm>
          <a:custGeom>
            <a:avLst/>
            <a:gdLst>
              <a:gd name="connsiteX0" fmla="*/ 0 w 7892716"/>
              <a:gd name="connsiteY0" fmla="*/ 0 h 13379116"/>
              <a:gd name="connsiteX1" fmla="*/ 7892716 w 7892716"/>
              <a:gd name="connsiteY1" fmla="*/ 0 h 13379116"/>
              <a:gd name="connsiteX2" fmla="*/ 7892716 w 7892716"/>
              <a:gd name="connsiteY2" fmla="*/ 13379116 h 13379116"/>
              <a:gd name="connsiteX3" fmla="*/ 0 w 7892716"/>
              <a:gd name="connsiteY3" fmla="*/ 13379116 h 13379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92716" h="13379116">
                <a:moveTo>
                  <a:pt x="0" y="0"/>
                </a:moveTo>
                <a:lnTo>
                  <a:pt x="7892716" y="0"/>
                </a:lnTo>
                <a:lnTo>
                  <a:pt x="7892716" y="13379116"/>
                </a:lnTo>
                <a:lnTo>
                  <a:pt x="0" y="13379116"/>
                </a:ln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/>
          </p:nvPr>
        </p:nvSpPr>
        <p:spPr>
          <a:xfrm>
            <a:off x="4689081" y="2021898"/>
            <a:ext cx="2813838" cy="2814205"/>
          </a:xfrm>
          <a:custGeom>
            <a:avLst/>
            <a:gdLst>
              <a:gd name="connsiteX0" fmla="*/ 296561 w 6191250"/>
              <a:gd name="connsiteY0" fmla="*/ 0 h 6191250"/>
              <a:gd name="connsiteX1" fmla="*/ 5894689 w 6191250"/>
              <a:gd name="connsiteY1" fmla="*/ 0 h 6191250"/>
              <a:gd name="connsiteX2" fmla="*/ 6191250 w 6191250"/>
              <a:gd name="connsiteY2" fmla="*/ 296561 h 6191250"/>
              <a:gd name="connsiteX3" fmla="*/ 6191250 w 6191250"/>
              <a:gd name="connsiteY3" fmla="*/ 5894689 h 6191250"/>
              <a:gd name="connsiteX4" fmla="*/ 5894689 w 6191250"/>
              <a:gd name="connsiteY4" fmla="*/ 6191250 h 6191250"/>
              <a:gd name="connsiteX5" fmla="*/ 296561 w 6191250"/>
              <a:gd name="connsiteY5" fmla="*/ 6191250 h 6191250"/>
              <a:gd name="connsiteX6" fmla="*/ 0 w 6191250"/>
              <a:gd name="connsiteY6" fmla="*/ 5894689 h 6191250"/>
              <a:gd name="connsiteX7" fmla="*/ 0 w 6191250"/>
              <a:gd name="connsiteY7" fmla="*/ 296561 h 6191250"/>
              <a:gd name="connsiteX8" fmla="*/ 296561 w 6191250"/>
              <a:gd name="connsiteY8" fmla="*/ 0 h 6191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91250" h="6191250">
                <a:moveTo>
                  <a:pt x="296561" y="0"/>
                </a:moveTo>
                <a:lnTo>
                  <a:pt x="5894689" y="0"/>
                </a:lnTo>
                <a:cubicBezTo>
                  <a:pt x="6058475" y="0"/>
                  <a:pt x="6191250" y="132775"/>
                  <a:pt x="6191250" y="296561"/>
                </a:cubicBezTo>
                <a:lnTo>
                  <a:pt x="6191250" y="5894689"/>
                </a:lnTo>
                <a:cubicBezTo>
                  <a:pt x="6191250" y="6058475"/>
                  <a:pt x="6058475" y="6191250"/>
                  <a:pt x="5894689" y="6191250"/>
                </a:cubicBezTo>
                <a:lnTo>
                  <a:pt x="296561" y="6191250"/>
                </a:lnTo>
                <a:cubicBezTo>
                  <a:pt x="132775" y="6191250"/>
                  <a:pt x="0" y="6058475"/>
                  <a:pt x="0" y="5894689"/>
                </a:cubicBezTo>
                <a:lnTo>
                  <a:pt x="0" y="296561"/>
                </a:lnTo>
                <a:cubicBezTo>
                  <a:pt x="0" y="132775"/>
                  <a:pt x="132775" y="0"/>
                  <a:pt x="296561" y="0"/>
                </a:cubicBezTo>
                <a:close/>
              </a:path>
            </a:pathLst>
          </a:custGeom>
          <a:pattFill prst="pct60">
            <a:fgClr>
              <a:schemeClr val="bg1"/>
            </a:fgClr>
            <a:bgClr>
              <a:schemeClr val="bg1">
                <a:lumMod val="85000"/>
              </a:schemeClr>
            </a:bgClr>
          </a:pattFill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/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9" Type="http://schemas.openxmlformats.org/officeDocument/2006/relationships/theme" Target="../theme/theme3.xml"/><Relationship Id="rId38" Type="http://schemas.openxmlformats.org/officeDocument/2006/relationships/hyperlink" Target="https://twitter.com/" TargetMode="External"/><Relationship Id="rId37" Type="http://schemas.openxmlformats.org/officeDocument/2006/relationships/hyperlink" Target="https://www.linkedin.com/" TargetMode="External"/><Relationship Id="rId36" Type="http://schemas.openxmlformats.org/officeDocument/2006/relationships/hyperlink" Target="https://www.facebook.com/" TargetMode="External"/><Relationship Id="rId35" Type="http://schemas.openxmlformats.org/officeDocument/2006/relationships/slideLayout" Target="../slideLayouts/slideLayout41.xml"/><Relationship Id="rId34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36.xml"/><Relationship Id="rId3" Type="http://schemas.openxmlformats.org/officeDocument/2006/relationships/slideLayout" Target="../slideLayouts/slideLayout9.xml"/><Relationship Id="rId29" Type="http://schemas.openxmlformats.org/officeDocument/2006/relationships/slideLayout" Target="../slideLayouts/slideLayout35.xml"/><Relationship Id="rId28" Type="http://schemas.openxmlformats.org/officeDocument/2006/relationships/slideLayout" Target="../slideLayouts/slideLayout34.xml"/><Relationship Id="rId27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26.xml"/><Relationship Id="rId2" Type="http://schemas.openxmlformats.org/officeDocument/2006/relationships/slideLayout" Target="../slideLayouts/slideLayout8.xml"/><Relationship Id="rId19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09600" y="92075"/>
            <a:ext cx="10972800" cy="150812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/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555501" y="6264017"/>
            <a:ext cx="182099" cy="18466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6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200" b="0" i="0" u="none" strike="noStrike" cap="none" spc="0" baseline="0"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•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391795" marR="0" indent="-163195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–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609600" marR="0" indent="-15240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•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868680" marR="0" indent="-18288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–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097280" marR="0" indent="-18288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»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325880" marR="0" indent="-18288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•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1554480" marR="0" indent="-18288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•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1783080" marR="0" indent="-18288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•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2011680" marR="0" indent="-182880" algn="l" defTabSz="457200" rtl="0" latinLnBrk="0">
        <a:lnSpc>
          <a:spcPct val="100000"/>
        </a:lnSpc>
        <a:spcBef>
          <a:spcPts val="350"/>
        </a:spcBef>
        <a:spcAft>
          <a:spcPts val="0"/>
        </a:spcAft>
        <a:buClrTx/>
        <a:buSzPct val="100000"/>
        <a:buFont typeface="Arial" panose="020B0604020202020204"/>
        <a:buChar char="•"/>
        <a:defRPr sz="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228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685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1143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1600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865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465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565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165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 rot="16200000">
            <a:off x="10547818" y="2927923"/>
            <a:ext cx="2507418" cy="24622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l"/>
            <a:r>
              <a:rPr lang="en-US" sz="1000" b="1">
                <a:solidFill>
                  <a:schemeClr val="tx1"/>
                </a:solidFill>
                <a:latin typeface="+mj-lt"/>
              </a:rPr>
              <a:t>Massive X</a:t>
            </a:r>
            <a:r>
              <a:rPr lang="en-US" sz="1000">
                <a:solidFill>
                  <a:schemeClr val="tx1"/>
                </a:solidFill>
              </a:rPr>
              <a:t> presentation to </a:t>
            </a:r>
            <a:r>
              <a:rPr lang="en-US" sz="1000" b="0">
                <a:solidFill>
                  <a:schemeClr val="tx1"/>
                </a:solidFill>
              </a:rPr>
              <a:t>DesignBall</a:t>
            </a:r>
            <a:r>
              <a:rPr lang="en-US" sz="1000">
                <a:solidFill>
                  <a:schemeClr val="tx1"/>
                </a:solidFill>
              </a:rPr>
              <a:t> team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 rot="16200000">
            <a:off x="-706400" y="3213557"/>
            <a:ext cx="2193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>
                <a:solidFill>
                  <a:schemeClr val="accent1"/>
                </a:solidFill>
                <a:latin typeface="Century Gothic" panose="020B0502020202020204" pitchFamily="34" charset="0"/>
              </a:rPr>
              <a:t>Massive X</a:t>
            </a:r>
            <a:endParaRPr lang="en-US" sz="2200" b="1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Oval 9"/>
          <p:cNvSpPr/>
          <p:nvPr userDrawn="1"/>
        </p:nvSpPr>
        <p:spPr>
          <a:xfrm>
            <a:off x="364772" y="369582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1" name="Oval 10"/>
          <p:cNvSpPr/>
          <p:nvPr userDrawn="1"/>
        </p:nvSpPr>
        <p:spPr>
          <a:xfrm>
            <a:off x="364772" y="518410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12" name="Oval 11"/>
          <p:cNvSpPr/>
          <p:nvPr userDrawn="1"/>
        </p:nvSpPr>
        <p:spPr>
          <a:xfrm>
            <a:off x="364772" y="667238"/>
            <a:ext cx="51405" cy="51412"/>
          </a:xfrm>
          <a:prstGeom prst="ellipse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/>
          </a:p>
        </p:txBody>
      </p:sp>
      <p:sp>
        <p:nvSpPr>
          <p:cNvPr id="23" name="Slide Number Placeholder 5"/>
          <p:cNvSpPr txBox="1"/>
          <p:nvPr userDrawn="1"/>
        </p:nvSpPr>
        <p:spPr>
          <a:xfrm>
            <a:off x="11702935" y="4438872"/>
            <a:ext cx="162261" cy="291381"/>
          </a:xfrm>
          <a:prstGeom prst="rect">
            <a:avLst/>
          </a:prstGeom>
        </p:spPr>
        <p:txBody>
          <a:bodyPr vert="horz" wrap="none" lIns="60952" tIns="30476" rIns="60952" bIns="30476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A290D8D-6BA0-418D-AFED-C65293F70DA0}" type="slidenum">
              <a:rPr lang="en-US" sz="1200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rPr>
            </a:fld>
            <a:endParaRPr lang="en-US" sz="700" b="1">
              <a:solidFill>
                <a:schemeClr val="tx1">
                  <a:lumMod val="90000"/>
                  <a:lumOff val="10000"/>
                </a:schemeClr>
              </a:solidFill>
              <a:latin typeface="+mj-lt"/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262392" y="5977044"/>
            <a:ext cx="292068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Designball-Social-01" pitchFamily="2" charset="0"/>
              </a:rPr>
              <a:t>b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Designball-Social-01" pitchFamily="2" charset="0"/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261591" y="5659343"/>
            <a:ext cx="293670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Designball-Social-01" pitchFamily="2" charset="0"/>
              </a:rPr>
              <a:t>C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Designball-Social-01" pitchFamily="2" charset="0"/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272812" y="6294746"/>
            <a:ext cx="271229" cy="33855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/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Designball-Social-01" pitchFamily="2" charset="0"/>
              </a:rPr>
              <a:t>c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  <a:latin typeface="Designball-Social-01" pitchFamily="2" charset="0"/>
            </a:endParaRPr>
          </a:p>
        </p:txBody>
      </p:sp>
      <p:sp>
        <p:nvSpPr>
          <p:cNvPr id="17" name="Rectangle 16">
            <a:hlinkClick r:id="rId36"/>
          </p:cNvPr>
          <p:cNvSpPr/>
          <p:nvPr userDrawn="1"/>
        </p:nvSpPr>
        <p:spPr>
          <a:xfrm>
            <a:off x="325196" y="6037649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18" name="Rectangle 17">
            <a:hlinkClick r:id="rId37"/>
          </p:cNvPr>
          <p:cNvSpPr/>
          <p:nvPr userDrawn="1"/>
        </p:nvSpPr>
        <p:spPr>
          <a:xfrm>
            <a:off x="325196" y="5722264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6" name="Rectangle 25">
            <a:hlinkClick r:id="rId38"/>
          </p:cNvPr>
          <p:cNvSpPr/>
          <p:nvPr userDrawn="1"/>
        </p:nvSpPr>
        <p:spPr>
          <a:xfrm>
            <a:off x="325196" y="6353035"/>
            <a:ext cx="166459" cy="221974"/>
          </a:xfrm>
          <a:prstGeom prst="rect">
            <a:avLst/>
          </a:prstGeom>
          <a:solidFill>
            <a:schemeClr val="bg2">
              <a:alpha val="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>
                  <a:lumMod val="25000"/>
                  <a:lumOff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  <p:sldLayoutId id="2147483679" r:id="rId23"/>
    <p:sldLayoutId id="2147483680" r:id="rId24"/>
    <p:sldLayoutId id="2147483681" r:id="rId25"/>
    <p:sldLayoutId id="2147483682" r:id="rId26"/>
    <p:sldLayoutId id="2147483683" r:id="rId27"/>
    <p:sldLayoutId id="2147483684" r:id="rId28"/>
    <p:sldLayoutId id="2147483685" r:id="rId29"/>
    <p:sldLayoutId id="2147483686" r:id="rId30"/>
    <p:sldLayoutId id="2147483687" r:id="rId31"/>
    <p:sldLayoutId id="2147483688" r:id="rId32"/>
    <p:sldLayoutId id="2147483689" r:id="rId33"/>
    <p:sldLayoutId id="2147483690" r:id="rId34"/>
    <p:sldLayoutId id="2147483691" r:id="rId35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7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865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465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565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165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1613518" y="2458185"/>
            <a:ext cx="8964964" cy="194162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solidFill>
              <a:srgbClr val="FF6900">
                <a:alpha val="50000"/>
              </a:srgbClr>
            </a:solidFill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840548" y="2697964"/>
            <a:ext cx="1462070" cy="14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non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EB5A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0" lang="en-US" altLang="zh-CN" sz="4400" b="1" u="none" strike="noStrike" kern="1200" cap="none" spc="0" normalizeH="0" baseline="0" noProof="0" dirty="0">
              <a:ln>
                <a:noFill/>
              </a:ln>
              <a:solidFill>
                <a:srgbClr val="EB5A1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9"/>
          <p:cNvSpPr txBox="1"/>
          <p:nvPr/>
        </p:nvSpPr>
        <p:spPr>
          <a:xfrm>
            <a:off x="3529647" y="2936394"/>
            <a:ext cx="6087608" cy="9852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定量糕点</a:t>
            </a:r>
            <a:endParaRPr kumimoji="0" lang="zh-CN" altLang="en-US" sz="6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Text 0"/>
          <p:cNvSpPr txBox="1"/>
          <p:nvPr/>
        </p:nvSpPr>
        <p:spPr>
          <a:xfrm>
            <a:off x="190523" y="5761104"/>
            <a:ext cx="11810953" cy="166712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57200" hangingPunct="0">
              <a:lnSpc>
                <a:spcPts val="13000"/>
              </a:lnSpc>
              <a:defRPr sz="24000">
                <a:latin typeface="Alibaba PuHuiTi 2 85 Bold"/>
                <a:ea typeface="Alibaba PuHuiTi 2 85 Bold"/>
                <a:cs typeface="Alibaba PuHuiTi 2 85 Bold"/>
                <a:sym typeface="Alibaba PuHuiTi 2 85 Bold"/>
              </a:defRPr>
            </a:pPr>
            <a:r>
              <a:rPr lang="en-US" altLang="zh-CN" sz="12000" b="1" kern="0" dirty="0">
                <a:gradFill>
                  <a:gsLst>
                    <a:gs pos="68000">
                      <a:srgbClr val="F5AD8F">
                        <a:alpha val="20000"/>
                      </a:srgbClr>
                    </a:gs>
                    <a:gs pos="0">
                      <a:srgbClr val="EB5B1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libaba PuHuiTi 2.0 85 Bold" panose="00020600040101010101" charset="-122"/>
                <a:sym typeface="Alibaba PuHuiTi 2 85 Bold"/>
              </a:rPr>
              <a:t>LUCKY</a:t>
            </a:r>
            <a:r>
              <a:rPr lang="zh-CN" altLang="en-US" sz="12000" b="1" kern="0" dirty="0">
                <a:gradFill>
                  <a:gsLst>
                    <a:gs pos="68000">
                      <a:srgbClr val="F5AD8F">
                        <a:alpha val="20000"/>
                      </a:srgbClr>
                    </a:gs>
                    <a:gs pos="0">
                      <a:srgbClr val="EB5B1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libaba PuHuiTi 2.0 85 Bold" panose="00020600040101010101" charset="-122"/>
                <a:sym typeface="Alibaba PuHuiTi 2 85 Bold"/>
              </a:rPr>
              <a:t> </a:t>
            </a:r>
            <a:r>
              <a:rPr lang="en-US" altLang="zh-CN" sz="12000" b="1" kern="0" dirty="0">
                <a:gradFill>
                  <a:gsLst>
                    <a:gs pos="68000">
                      <a:srgbClr val="F5AD8F">
                        <a:alpha val="20000"/>
                      </a:srgbClr>
                    </a:gs>
                    <a:gs pos="0">
                      <a:srgbClr val="EB5B1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libaba PuHuiTi 2.0 85 Bold" panose="00020600040101010101" charset="-122"/>
                <a:sym typeface="Alibaba PuHuiTi 2 85 Bold"/>
              </a:rPr>
              <a:t>ZHONG</a:t>
            </a:r>
            <a:endParaRPr lang="en-US" altLang="zh-CN" sz="12000" b="1" kern="0" dirty="0">
              <a:gradFill>
                <a:gsLst>
                  <a:gs pos="68000">
                    <a:srgbClr val="F5AD8F">
                      <a:alpha val="20000"/>
                    </a:srgbClr>
                  </a:gs>
                  <a:gs pos="0">
                    <a:srgbClr val="EB5B1F"/>
                  </a:gs>
                  <a:gs pos="100000">
                    <a:srgbClr val="FFFFFF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Alibaba PuHuiTi 2.0 85 Bold" panose="00020600040101010101" charset="-122"/>
              <a:sym typeface="Alibaba PuHuiTi 2 85 Bold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8275" y="904340"/>
            <a:ext cx="3895450" cy="11178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916430" y="193675"/>
            <a:ext cx="4782820" cy="4660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商品结构图（定量糕点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-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盒装饼干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48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个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)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9555" y="659765"/>
            <a:ext cx="8614410" cy="4702810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0" y="600075"/>
            <a:ext cx="2683510" cy="53663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042920" y="5412740"/>
            <a:ext cx="5414010" cy="5207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，机会点：（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1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）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6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元以上的商品增加。（</a:t>
            </a: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）增加一些组合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商品</a:t>
            </a: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2.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问题：一线品牌占比高，拉低了毛利</a:t>
            </a:r>
            <a:r>
              <a:rPr kumimoji="0" lang="zh-CN" altLang="en-US" sz="14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点</a:t>
            </a:r>
            <a:endParaRPr kumimoji="0" lang="zh-CN" alt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497330" y="132715"/>
            <a:ext cx="7198995" cy="52578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商品结构图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-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定量糕点</a:t>
            </a:r>
            <a:r>
              <a:rPr kumimoji="0" lang="en-US" altLang="zh-CN" sz="2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-</a:t>
            </a: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袋装饼干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6215" y="658495"/>
            <a:ext cx="9115425" cy="5113655"/>
          </a:xfrm>
          <a:prstGeom prst="rect">
            <a:avLst/>
          </a:prstGeom>
        </p:spPr>
      </p:pic>
      <p:pic>
        <p:nvPicPr>
          <p:cNvPr id="57" name="图片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95" y="659130"/>
            <a:ext cx="2447290" cy="51130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052445" y="5863590"/>
            <a:ext cx="4064000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，机会点：增加品牌完善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: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旺旺，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康师傅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，问题：商品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单一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960245" y="252095"/>
            <a:ext cx="4563110" cy="4768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定量糕点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儿童饼干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3505" y="728980"/>
            <a:ext cx="9117965" cy="4655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" y="650875"/>
            <a:ext cx="2433320" cy="539496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881630" y="5384165"/>
            <a:ext cx="4064000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70-100g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商品，增加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6-9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元价格带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商品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，问题：缺失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IP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食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玩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63700" y="306070"/>
            <a:ext cx="6096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定量糕点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面包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蛋糕</a:t>
            </a:r>
            <a:endParaRPr lang="zh-CN" altLang="en-US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0525" y="800735"/>
            <a:ext cx="8387715" cy="48558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35" y="673100"/>
            <a:ext cx="2524760" cy="5123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95350" y="5887720"/>
            <a:ext cx="203517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备注：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18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个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SKU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52140" y="5796915"/>
            <a:ext cx="4454525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，机会点：品牌单一：增加达利，盼盼，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唇动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品牌缺失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663700" y="306070"/>
            <a:ext cx="6096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定量糕点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蛋卷</a:t>
            </a:r>
            <a:r>
              <a:rPr lang="en-US" altLang="zh-CN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/</a:t>
            </a:r>
            <a:r>
              <a:rPr lang="zh-CN" altLang="en-US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其他</a:t>
            </a:r>
            <a:endParaRPr lang="zh-CN" altLang="en-US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7365" y="834390"/>
            <a:ext cx="8352790" cy="46812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5" y="760730"/>
            <a:ext cx="2762250" cy="56769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51840" y="6325235"/>
            <a:ext cx="244602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备注：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12</a:t>
            </a:r>
            <a:r>
              <a:rPr kumimoji="0" lang="zh-CN" alt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个</a:t>
            </a:r>
            <a:r>
              <a:rPr kumimoji="0" lang="en-US" altLang="zh-CN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SKU</a:t>
            </a:r>
            <a:endParaRPr kumimoji="0" lang="en-US" altLang="zh-CN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52140" y="5676265"/>
            <a:ext cx="4454525" cy="7029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，机会点：增加手工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蛋卷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品牌缺失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43685" y="158750"/>
            <a:ext cx="7028180" cy="5676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商品结构图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-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散糕点</a:t>
            </a:r>
            <a:r>
              <a:rPr kumimoji="0" lang="en-US" altLang="zh-CN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-6.5</a:t>
            </a:r>
            <a:r>
              <a:rPr kumimoji="0" lang="zh-CN" altLang="en-US" sz="2000" b="0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系列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4070" y="606425"/>
            <a:ext cx="8538845" cy="498729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2061845" y="796925"/>
          <a:ext cx="1371600" cy="2303145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</a:tblGrid>
              <a:tr h="177165">
                <a:tc gridSpan="2"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6.5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系列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品名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SKU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薄片饼干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梳打饼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馅饼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桃酥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其他饼干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膨化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面包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蛋糕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小丸子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麻花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7165">
                <a:tc>
                  <a:txBody>
                    <a:bodyPr/>
                    <a:p>
                      <a:pPr algn="l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沙琪玛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" y="606425"/>
            <a:ext cx="1800860" cy="54044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52140" y="5796915"/>
            <a:ext cx="4454525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，机会点：完善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单品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，问题：品牌缺失，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SKU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530" y="887730"/>
            <a:ext cx="8352790" cy="44246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864995" y="262255"/>
            <a:ext cx="6165850" cy="4273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散糕点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-8.8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系列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75" y="977900"/>
            <a:ext cx="2446655" cy="39122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51530" y="5405755"/>
            <a:ext cx="4454525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，机会点：增加蛋糕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SKU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品牌缺失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864995" y="262255"/>
            <a:ext cx="6165850" cy="4273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散糕点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-12.8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系列</a:t>
            </a:r>
            <a:endParaRPr kumimoji="0" lang="zh-CN" altLang="en-US" sz="2000" b="0" i="0" u="none" strike="noStrike" cap="none" spc="0" normalizeH="0" baseline="0">
              <a:ln>
                <a:noFill/>
              </a:ln>
              <a:solidFill>
                <a:srgbClr val="FF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5" y="723900"/>
            <a:ext cx="2333625" cy="47993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8605" y="689610"/>
            <a:ext cx="8930005" cy="49079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79725" y="5695950"/>
            <a:ext cx="4454525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，机会点：增加蒸蛋糕，涂层蛋糕，原味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面包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品牌缺失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94025" y="694055"/>
            <a:ext cx="8589645" cy="49803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300" y="764540"/>
            <a:ext cx="2625725" cy="5137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714500" y="296545"/>
            <a:ext cx="609600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散糕点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饼干</a:t>
            </a:r>
            <a:endParaRPr lang="zh-CN" altLang="en-US" sz="2000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79725" y="5695950"/>
            <a:ext cx="4454525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，机会点：增加康师傅苏打饼，注芯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饼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品牌缺失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64005" y="222250"/>
            <a:ext cx="609600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散糕点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薯片</a:t>
            </a:r>
            <a:endParaRPr lang="zh-CN" altLang="en-US" sz="2000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5545" y="730250"/>
            <a:ext cx="7988300" cy="47764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40" y="815340"/>
            <a:ext cx="2838450" cy="42557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79725" y="5695950"/>
            <a:ext cx="5006340" cy="8286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，机会点：增加非油炸薯片，增加品牌：好丽友，小王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子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，问题：品牌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/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品类缺失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8195" y="730250"/>
            <a:ext cx="8364220" cy="481647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" y="885825"/>
            <a:ext cx="2676525" cy="474535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524000" y="222250"/>
            <a:ext cx="609600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散糕点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散面包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/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蛋糕</a:t>
            </a:r>
            <a:endParaRPr lang="zh-CN" altLang="en-US" sz="2000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10560" y="5657215"/>
            <a:ext cx="5006340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，机会点：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15.8-17.8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单品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增加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2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，问题：品牌</a:t>
            </a:r>
            <a:r>
              <a:rPr kumimoji="0" lang="en-US" altLang="zh-CN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/</a:t>
            </a:r>
            <a:r>
              <a:rPr kumimoji="0" lang="zh-CN" altLang="en-US" sz="1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Calibri" panose="020F0502020204030204"/>
              </a:rPr>
              <a:t>品类缺失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24330" y="241935"/>
            <a:ext cx="609600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散糕点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散</a:t>
            </a:r>
            <a:endParaRPr lang="zh-CN" altLang="en-US" sz="2000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130" y="711835"/>
            <a:ext cx="3066415" cy="4673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915" y="639445"/>
            <a:ext cx="8131175" cy="48545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83915" y="5494020"/>
            <a:ext cx="6096000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 panose="020F0502020204030204"/>
              </a:rPr>
              <a:t>1</a:t>
            </a:r>
            <a:r>
              <a:rPr lang="zh-CN" altLang="en-US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，机会点：增加特色单品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2</a:t>
            </a:r>
            <a:r>
              <a:rPr lang="zh-CN" altLang="en-US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，问题：品牌</a:t>
            </a:r>
            <a:r>
              <a:rPr lang="en-US" altLang="zh-CN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/</a:t>
            </a:r>
            <a:r>
              <a:rPr lang="zh-CN" altLang="en-US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品类缺失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5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/>
          <p:cNvSpPr/>
          <p:nvPr/>
        </p:nvSpPr>
        <p:spPr>
          <a:xfrm>
            <a:off x="1613518" y="2458185"/>
            <a:ext cx="8964964" cy="1941629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solidFill>
              <a:srgbClr val="FF6900">
                <a:alpha val="50000"/>
              </a:srgbClr>
            </a:solidFill>
          </a:ln>
          <a:effectLst/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vert="horz" wrap="square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1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1840548" y="2697964"/>
            <a:ext cx="1462070" cy="14620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rgbClr val="376FFF">
              <a:lumMod val="75000"/>
            </a:srgbClr>
          </a:lnRef>
          <a:fillRef idx="1">
            <a:srgbClr val="376FFF"/>
          </a:fillRef>
          <a:effectRef idx="0">
            <a:srgbClr val="FFFFFF"/>
          </a:effectRef>
          <a:fontRef idx="minor">
            <a:srgbClr val="FFFFFF"/>
          </a:fontRef>
        </p:style>
        <p:txBody>
          <a:bodyPr wrap="none" lIns="0" tIns="0" r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u="none" strike="noStrike" kern="1200" cap="none" spc="0" normalizeH="0" baseline="0" noProof="0" dirty="0">
                <a:ln>
                  <a:noFill/>
                </a:ln>
                <a:solidFill>
                  <a:srgbClr val="EB5A1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kumimoji="0" lang="en-US" altLang="zh-CN" sz="4400" b="1" u="none" strike="noStrike" kern="1200" cap="none" spc="0" normalizeH="0" baseline="0" noProof="0" dirty="0">
              <a:ln>
                <a:noFill/>
              </a:ln>
              <a:solidFill>
                <a:srgbClr val="EB5A1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9"/>
          <p:cNvSpPr txBox="1"/>
          <p:nvPr/>
        </p:nvSpPr>
        <p:spPr>
          <a:xfrm>
            <a:off x="3529647" y="2936394"/>
            <a:ext cx="6087608" cy="98521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低温</a:t>
            </a:r>
            <a:r>
              <a:rPr kumimoji="0" lang="zh-CN" altLang="en-US" sz="60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奶</a:t>
            </a:r>
            <a:endParaRPr kumimoji="0" lang="zh-CN" altLang="en-US" sz="6000" b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2" name="Text 0"/>
          <p:cNvSpPr txBox="1"/>
          <p:nvPr/>
        </p:nvSpPr>
        <p:spPr>
          <a:xfrm>
            <a:off x="190523" y="5761104"/>
            <a:ext cx="11810953" cy="1667123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>
            <a:spAutoFit/>
          </a:bodyPr>
          <a:lstStyle/>
          <a:p>
            <a:pPr algn="ctr" defTabSz="457200" hangingPunct="0">
              <a:lnSpc>
                <a:spcPts val="13000"/>
              </a:lnSpc>
              <a:defRPr sz="24000">
                <a:latin typeface="Alibaba PuHuiTi 2 85 Bold"/>
                <a:ea typeface="Alibaba PuHuiTi 2 85 Bold"/>
                <a:cs typeface="Alibaba PuHuiTi 2 85 Bold"/>
                <a:sym typeface="Alibaba PuHuiTi 2 85 Bold"/>
              </a:defRPr>
            </a:pPr>
            <a:r>
              <a:rPr lang="en-US" altLang="zh-CN" sz="12000" b="1" kern="0" dirty="0">
                <a:gradFill>
                  <a:gsLst>
                    <a:gs pos="68000">
                      <a:srgbClr val="F5AD8F">
                        <a:alpha val="20000"/>
                      </a:srgbClr>
                    </a:gs>
                    <a:gs pos="0">
                      <a:srgbClr val="EB5B1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libaba PuHuiTi 2.0 85 Bold" panose="00020600040101010101" charset="-122"/>
                <a:sym typeface="Alibaba PuHuiTi 2 85 Bold"/>
              </a:rPr>
              <a:t>LUCKY</a:t>
            </a:r>
            <a:r>
              <a:rPr lang="zh-CN" altLang="en-US" sz="12000" b="1" kern="0" dirty="0">
                <a:gradFill>
                  <a:gsLst>
                    <a:gs pos="68000">
                      <a:srgbClr val="F5AD8F">
                        <a:alpha val="20000"/>
                      </a:srgbClr>
                    </a:gs>
                    <a:gs pos="0">
                      <a:srgbClr val="EB5B1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libaba PuHuiTi 2.0 85 Bold" panose="00020600040101010101" charset="-122"/>
                <a:sym typeface="Alibaba PuHuiTi 2 85 Bold"/>
              </a:rPr>
              <a:t> </a:t>
            </a:r>
            <a:r>
              <a:rPr lang="en-US" altLang="zh-CN" sz="12000" b="1" kern="0" dirty="0">
                <a:gradFill>
                  <a:gsLst>
                    <a:gs pos="68000">
                      <a:srgbClr val="F5AD8F">
                        <a:alpha val="20000"/>
                      </a:srgbClr>
                    </a:gs>
                    <a:gs pos="0">
                      <a:srgbClr val="EB5B1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Alibaba PuHuiTi 2.0 85 Bold" panose="00020600040101010101" charset="-122"/>
                <a:sym typeface="Alibaba PuHuiTi 2 85 Bold"/>
              </a:rPr>
              <a:t>ZHONG</a:t>
            </a:r>
            <a:endParaRPr lang="en-US" altLang="zh-CN" sz="12000" b="1" kern="0" dirty="0">
              <a:gradFill>
                <a:gsLst>
                  <a:gs pos="68000">
                    <a:srgbClr val="F5AD8F">
                      <a:alpha val="20000"/>
                    </a:srgbClr>
                  </a:gs>
                  <a:gs pos="0">
                    <a:srgbClr val="EB5B1F"/>
                  </a:gs>
                  <a:gs pos="100000">
                    <a:srgbClr val="FFFFFF"/>
                  </a:gs>
                </a:gsLst>
                <a:lin ang="5400000" scaled="0"/>
              </a:gradFill>
              <a:latin typeface="微软雅黑" panose="020B0503020204020204" pitchFamily="34" charset="-122"/>
              <a:ea typeface="微软雅黑" panose="020B0503020204020204" pitchFamily="34" charset="-122"/>
              <a:cs typeface="Alibaba PuHuiTi 2.0 85 Bold" panose="00020600040101010101" charset="-122"/>
              <a:sym typeface="Alibaba PuHuiTi 2 85 Bold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8275" y="904340"/>
            <a:ext cx="3895450" cy="111788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6800" y="1017270"/>
            <a:ext cx="8493760" cy="45523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75" y="842010"/>
            <a:ext cx="2724150" cy="481012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64970" y="232410"/>
            <a:ext cx="609600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商品结构图</a:t>
            </a:r>
            <a:r>
              <a:rPr lang="en-US" altLang="zh-CN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-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低温奶</a:t>
            </a:r>
            <a:r>
              <a:rPr lang="zh-CN" altLang="en-US" sz="2000">
                <a:ln>
                  <a:noFill/>
                </a:ln>
                <a:solidFill>
                  <a:srgbClr val="FF0000"/>
                </a:solidFill>
                <a:effectLst/>
                <a:uFillTx/>
                <a:sym typeface="Calibri" panose="020F0502020204030204"/>
              </a:rPr>
              <a:t>系列</a:t>
            </a:r>
            <a:endParaRPr lang="zh-CN" altLang="en-US" sz="2000">
              <a:ln>
                <a:noFill/>
              </a:ln>
              <a:solidFill>
                <a:srgbClr val="FF0000"/>
              </a:solidFill>
              <a:effectLst/>
              <a:uFillTx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06800" y="5714365"/>
            <a:ext cx="6096000" cy="58229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>
                <a:ln>
                  <a:noFill/>
                </a:ln>
                <a:solidFill>
                  <a:srgbClr val="000000"/>
                </a:solidFill>
                <a:effectLst/>
                <a:uFillTx/>
                <a:sym typeface="Calibri" panose="020F0502020204030204"/>
              </a:rPr>
              <a:t>1</a:t>
            </a:r>
            <a:r>
              <a:rPr lang="zh-CN" altLang="en-US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，机会点：增加鲜牛奶，袋装甜奶，纯牛奶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2</a:t>
            </a:r>
            <a:r>
              <a:rPr lang="zh-CN" altLang="en-US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，问题：品牌</a:t>
            </a:r>
            <a:r>
              <a:rPr lang="en-US" altLang="zh-CN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/</a:t>
            </a:r>
            <a:r>
              <a:rPr lang="zh-CN" altLang="en-US" sz="1600">
                <a:ln>
                  <a:noFill/>
                </a:ln>
                <a:solidFill>
                  <a:srgbClr val="000000"/>
                </a:solidFill>
                <a:effectLst/>
                <a:uFillTx/>
                <a:ea typeface="宋体" panose="02010600030101010101" pitchFamily="2" charset="-122"/>
                <a:sym typeface="Calibri" panose="020F0502020204030204"/>
              </a:rPr>
              <a:t>品类缺失</a:t>
            </a:r>
            <a:endParaRPr kumimoji="0" lang="zh-CN" altLang="en-US" sz="1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宋体" panose="02010600030101010101" pitchFamily="2" charset="-122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umorph">
  <a:themeElements>
    <a:clrScheme name="Massive X - Multi Color - 02">
      <a:dk1>
        <a:srgbClr val="172144"/>
      </a:dk1>
      <a:lt1>
        <a:srgbClr val="FFFFFF"/>
      </a:lt1>
      <a:dk2>
        <a:srgbClr val="172144"/>
      </a:dk2>
      <a:lt2>
        <a:srgbClr val="FFFFFF"/>
      </a:lt2>
      <a:accent1>
        <a:srgbClr val="FF2D5E"/>
      </a:accent1>
      <a:accent2>
        <a:srgbClr val="0D0884"/>
      </a:accent2>
      <a:accent3>
        <a:srgbClr val="FCB736"/>
      </a:accent3>
      <a:accent4>
        <a:srgbClr val="FC7033"/>
      </a:accent4>
      <a:accent5>
        <a:srgbClr val="3853F4"/>
      </a:accent5>
      <a:accent6>
        <a:srgbClr val="FF4D9E"/>
      </a:accent6>
      <a:hlink>
        <a:srgbClr val="2F8299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Nova">
      <a:dk1>
        <a:srgbClr val="172144"/>
      </a:dk1>
      <a:lt1>
        <a:srgbClr val="FFFFFF"/>
      </a:lt1>
      <a:dk2>
        <a:srgbClr val="08C6F9"/>
      </a:dk2>
      <a:lt2>
        <a:srgbClr val="0FBCFA"/>
      </a:lt2>
      <a:accent1>
        <a:srgbClr val="377DFF"/>
      </a:accent1>
      <a:accent2>
        <a:srgbClr val="3087FE"/>
      </a:accent2>
      <a:accent3>
        <a:srgbClr val="2A92FD"/>
      </a:accent3>
      <a:accent4>
        <a:srgbClr val="239CFC"/>
      </a:accent4>
      <a:accent5>
        <a:srgbClr val="1CA7FC"/>
      </a:accent5>
      <a:accent6>
        <a:srgbClr val="15B1FB"/>
      </a:accent6>
      <a:hlink>
        <a:srgbClr val="2F8299"/>
      </a:hlink>
      <a:folHlink>
        <a:srgbClr val="8C8C8C"/>
      </a:folHlink>
    </a:clrScheme>
    <a:fontScheme name="Lymo">
      <a:majorFont>
        <a:latin typeface="Century Gothic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mtClean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Neumorph">
  <a:themeElements>
    <a:clrScheme name="Massive X - Multi Color - 02">
      <a:dk1>
        <a:srgbClr val="172144"/>
      </a:dk1>
      <a:lt1>
        <a:srgbClr val="FFFFFF"/>
      </a:lt1>
      <a:dk2>
        <a:srgbClr val="172144"/>
      </a:dk2>
      <a:lt2>
        <a:srgbClr val="FFFFFF"/>
      </a:lt2>
      <a:accent1>
        <a:srgbClr val="FF2D5E"/>
      </a:accent1>
      <a:accent2>
        <a:srgbClr val="0D0884"/>
      </a:accent2>
      <a:accent3>
        <a:srgbClr val="FCB736"/>
      </a:accent3>
      <a:accent4>
        <a:srgbClr val="FC7033"/>
      </a:accent4>
      <a:accent5>
        <a:srgbClr val="3853F4"/>
      </a:accent5>
      <a:accent6>
        <a:srgbClr val="FF4D9E"/>
      </a:accent6>
      <a:hlink>
        <a:srgbClr val="2F8299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695</Words>
  <Application>WPS 演示</Application>
  <PresentationFormat>宽屏</PresentationFormat>
  <Paragraphs>133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15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Calibri Light</vt:lpstr>
      <vt:lpstr>Arial</vt:lpstr>
      <vt:lpstr>Helvetica Neue Medium</vt:lpstr>
      <vt:lpstr>Helvetica Neue</vt:lpstr>
      <vt:lpstr>Helvetica Neue Light</vt:lpstr>
      <vt:lpstr>Century Gothic</vt:lpstr>
      <vt:lpstr>Designball-Social-01</vt:lpstr>
      <vt:lpstr>微软雅黑</vt:lpstr>
      <vt:lpstr>Alibaba PuHuiTi 2 85 Bold</vt:lpstr>
      <vt:lpstr>Segoe Print</vt:lpstr>
      <vt:lpstr>Alibaba PuHuiTi 2.0 85 Bold</vt:lpstr>
      <vt:lpstr>Arial Unicode MS</vt:lpstr>
      <vt:lpstr>等线</vt:lpstr>
      <vt:lpstr>Alibaba PuHuiTi 2 85 Bold</vt:lpstr>
      <vt:lpstr>Alibaba PuHuiTi 2.0 85 Bold</vt:lpstr>
      <vt:lpstr>Calibri</vt:lpstr>
      <vt:lpstr>Calibri Light</vt:lpstr>
      <vt:lpstr>Helvetica Neue</vt:lpstr>
      <vt:lpstr>Helvetica Neue Light</vt:lpstr>
      <vt:lpstr>Helvetica Neue Medium</vt:lpstr>
      <vt:lpstr>Retro Cute Medium</vt:lpstr>
      <vt:lpstr>Sweetie</vt:lpstr>
      <vt:lpstr>Retro Cute Light</vt:lpstr>
      <vt:lpstr>Yu Gothic</vt:lpstr>
      <vt:lpstr>You deserve the best</vt:lpstr>
      <vt:lpstr>Kata Bold</vt:lpstr>
      <vt:lpstr>Office Theme</vt:lpstr>
      <vt:lpstr>Neumorph</vt:lpstr>
      <vt:lpstr>6_Office Theme</vt:lpstr>
      <vt:lpstr>2_Neumorph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 Joe</dc:creator>
  <cp:lastModifiedBy>采购何兴宇</cp:lastModifiedBy>
  <cp:revision>64</cp:revision>
  <dcterms:created xsi:type="dcterms:W3CDTF">2025-02-28T03:08:00Z</dcterms:created>
  <dcterms:modified xsi:type="dcterms:W3CDTF">2026-01-19T06:54:06Z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16E97A49F89F4D4984B07D86D8E02681_13</vt:lpwstr>
  </property>
  <property fmtid="{D5CDD505-2E9C-101B-9397-08002B2CF9AE}" pid="3" name="KSOProductBuildVer">
    <vt:lpwstr>2052-12.1.0.24657</vt:lpwstr>
  </property>
</Properties>
</file>